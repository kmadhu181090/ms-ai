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6" r:id="rId4"/>
    <p:sldMasterId id="2147483767" r:id="rId5"/>
    <p:sldMasterId id="21474837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y="5143500" cx="9144000"/>
  <p:notesSz cx="6858000" cy="9144000"/>
  <p:embeddedFontLst>
    <p:embeddedFont>
      <p:font typeface="DM Sans Medium"/>
      <p:regular r:id="rId33"/>
      <p:bold r:id="rId34"/>
      <p:italic r:id="rId35"/>
      <p:boldItalic r:id="rId36"/>
    </p:embeddedFont>
    <p:embeddedFont>
      <p:font typeface="Young Serif"/>
      <p:regular r:id="rId37"/>
    </p:embeddedFont>
    <p:embeddedFont>
      <p:font typeface="Della Respira"/>
      <p:regular r:id="rId38"/>
    </p:embeddedFont>
    <p:embeddedFont>
      <p:font typeface="DM Sans Light"/>
      <p:regular r:id="rId39"/>
      <p:bold r:id="rId40"/>
      <p:italic r:id="rId41"/>
      <p:boldItalic r:id="rId42"/>
    </p:embeddedFont>
    <p:embeddedFont>
      <p:font typeface="Rubik"/>
      <p:regular r:id="rId43"/>
      <p:bold r:id="rId44"/>
      <p:italic r:id="rId45"/>
      <p:boldItalic r:id="rId46"/>
    </p:embeddedFont>
    <p:embeddedFont>
      <p:font typeface="Rubik SemiBold"/>
      <p:regular r:id="rId47"/>
      <p:bold r:id="rId48"/>
      <p:italic r:id="rId49"/>
      <p:boldItalic r:id="rId50"/>
    </p:embeddedFont>
    <p:embeddedFont>
      <p:font typeface="DM Sans"/>
      <p:regular r:id="rId51"/>
      <p:bold r:id="rId52"/>
      <p:italic r:id="rId53"/>
      <p:boldItalic r:id="rId54"/>
    </p:embeddedFont>
    <p:embeddedFont>
      <p:font typeface="Merriweather"/>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Light-bold.fntdata"/><Relationship Id="rId42" Type="http://schemas.openxmlformats.org/officeDocument/2006/relationships/font" Target="fonts/DMSansLight-boldItalic.fntdata"/><Relationship Id="rId41" Type="http://schemas.openxmlformats.org/officeDocument/2006/relationships/font" Target="fonts/DMSansLight-italic.fntdata"/><Relationship Id="rId44" Type="http://schemas.openxmlformats.org/officeDocument/2006/relationships/font" Target="fonts/Rubik-bold.fntdata"/><Relationship Id="rId43" Type="http://schemas.openxmlformats.org/officeDocument/2006/relationships/font" Target="fonts/Rubik-regular.fntdata"/><Relationship Id="rId46" Type="http://schemas.openxmlformats.org/officeDocument/2006/relationships/font" Target="fonts/Rubik-boldItalic.fntdata"/><Relationship Id="rId45" Type="http://schemas.openxmlformats.org/officeDocument/2006/relationships/font" Target="fonts/Rubik-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RubikSemiBold-bold.fntdata"/><Relationship Id="rId47" Type="http://schemas.openxmlformats.org/officeDocument/2006/relationships/font" Target="fonts/RubikSemiBold-regular.fntdata"/><Relationship Id="rId49" Type="http://schemas.openxmlformats.org/officeDocument/2006/relationships/font" Target="fonts/RubikSemi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font" Target="fonts/DMSansMedium-regular.fntdata"/><Relationship Id="rId32" Type="http://schemas.openxmlformats.org/officeDocument/2006/relationships/slide" Target="slides/slide25.xml"/><Relationship Id="rId35" Type="http://schemas.openxmlformats.org/officeDocument/2006/relationships/font" Target="fonts/DMSansMedium-italic.fntdata"/><Relationship Id="rId34" Type="http://schemas.openxmlformats.org/officeDocument/2006/relationships/font" Target="fonts/DMSansMedium-bold.fntdata"/><Relationship Id="rId37" Type="http://schemas.openxmlformats.org/officeDocument/2006/relationships/font" Target="fonts/YoungSerif-regular.fntdata"/><Relationship Id="rId36" Type="http://schemas.openxmlformats.org/officeDocument/2006/relationships/font" Target="fonts/DMSansMedium-boldItalic.fntdata"/><Relationship Id="rId39" Type="http://schemas.openxmlformats.org/officeDocument/2006/relationships/font" Target="fonts/DMSansLight-regular.fntdata"/><Relationship Id="rId38" Type="http://schemas.openxmlformats.org/officeDocument/2006/relationships/font" Target="fonts/DellaRespira-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DMSans-regular.fntdata"/><Relationship Id="rId50" Type="http://schemas.openxmlformats.org/officeDocument/2006/relationships/font" Target="fonts/RubikSemiBold-boldItalic.fntdata"/><Relationship Id="rId53" Type="http://schemas.openxmlformats.org/officeDocument/2006/relationships/font" Target="fonts/DMSans-italic.fntdata"/><Relationship Id="rId52" Type="http://schemas.openxmlformats.org/officeDocument/2006/relationships/font" Target="fonts/DMSans-bold.fntdata"/><Relationship Id="rId11" Type="http://schemas.openxmlformats.org/officeDocument/2006/relationships/slide" Target="slides/slide4.xml"/><Relationship Id="rId55" Type="http://schemas.openxmlformats.org/officeDocument/2006/relationships/font" Target="fonts/Merriweather-regular.fntdata"/><Relationship Id="rId10" Type="http://schemas.openxmlformats.org/officeDocument/2006/relationships/slide" Target="slides/slide3.xml"/><Relationship Id="rId54" Type="http://schemas.openxmlformats.org/officeDocument/2006/relationships/font" Target="fonts/DMSans-boldItalic.fntdata"/><Relationship Id="rId13" Type="http://schemas.openxmlformats.org/officeDocument/2006/relationships/slide" Target="slides/slide6.xml"/><Relationship Id="rId57" Type="http://schemas.openxmlformats.org/officeDocument/2006/relationships/font" Target="fonts/Merriweather-italic.fntdata"/><Relationship Id="rId12" Type="http://schemas.openxmlformats.org/officeDocument/2006/relationships/slide" Target="slides/slide5.xml"/><Relationship Id="rId56" Type="http://schemas.openxmlformats.org/officeDocument/2006/relationships/font" Target="fonts/Merriweather-bold.fntdata"/><Relationship Id="rId15" Type="http://schemas.openxmlformats.org/officeDocument/2006/relationships/slide" Target="slides/slide8.xml"/><Relationship Id="rId14" Type="http://schemas.openxmlformats.org/officeDocument/2006/relationships/slide" Target="slides/slide7.xml"/><Relationship Id="rId58" Type="http://schemas.openxmlformats.org/officeDocument/2006/relationships/font" Target="fonts/Merriweather-bold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bb653b4ea3_0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 name="Google Shape;872;g3bb653b4ea3_0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bb653b4ea3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3bb653b4ea3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bb653b4ea3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3bb653b4ea3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bb653b4ea3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bb653b4ea3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bb653b4ea3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bb653b4ea3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b653b4ea3_0_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bb653b4ea3_0_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bb653b4ea3_0_10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3bb653b4ea3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bb653b4ea3_0_10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bb653b4ea3_0_10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3bb653b4ea3_0_10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3bb653b4ea3_0_1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bb653b4ea3_0_10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3bb653b4ea3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cab0afd46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cab0afd46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bb653b4ea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3bb653b4ea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bb653b4ea3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bb653b4ea3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bb653b4ea3_0_10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3bb653b4ea3_0_10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bb653b4ea3_0_10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bb653b4ea3_0_1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b653b4ea3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3bb653b4ea3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b653b4ea3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bb653b4ea3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bb653b4ea3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4" name="Google Shape;1014;g3bb653b4ea3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bb653b4ea3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bb653b4ea3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bb653b4ea3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bb653b4ea3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bb653b4ea3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bb653b4ea3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bb653b4ea3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7" name="Google Shape;1047;g3bb653b4ea3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caed40296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g3caed40296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dbcb33c3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3bdbcb33c3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bb653b4ea3_0_7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3bb653b4ea3_0_7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
    <p:spTree>
      <p:nvGrpSpPr>
        <p:cNvPr id="9" name="Shape 9"/>
        <p:cNvGrpSpPr/>
        <p:nvPr/>
      </p:nvGrpSpPr>
      <p:grpSpPr>
        <a:xfrm>
          <a:off x="0" y="0"/>
          <a:ext cx="0" cy="0"/>
          <a:chOff x="0" y="0"/>
          <a:chExt cx="0" cy="0"/>
        </a:xfrm>
      </p:grpSpPr>
      <p:sp>
        <p:nvSpPr>
          <p:cNvPr id="10" name="Google Shape;10;p2"/>
          <p:cNvSpPr/>
          <p:nvPr/>
        </p:nvSpPr>
        <p:spPr>
          <a:xfrm>
            <a:off x="274950" y="284775"/>
            <a:ext cx="8598900" cy="24789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1" name="Google Shape;11;p2"/>
          <p:cNvSpPr/>
          <p:nvPr/>
        </p:nvSpPr>
        <p:spPr>
          <a:xfrm>
            <a:off x="274950" y="2975835"/>
            <a:ext cx="4201200" cy="13137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latin typeface="DM Sans Light"/>
              <a:ea typeface="DM Sans Light"/>
              <a:cs typeface="DM Sans Light"/>
              <a:sym typeface="DM Sans Light"/>
            </a:endParaRPr>
          </a:p>
        </p:txBody>
      </p:sp>
      <p:sp>
        <p:nvSpPr>
          <p:cNvPr id="12" name="Google Shape;12;p2"/>
          <p:cNvSpPr/>
          <p:nvPr/>
        </p:nvSpPr>
        <p:spPr>
          <a:xfrm>
            <a:off x="274950" y="4501727"/>
            <a:ext cx="8598900" cy="357000"/>
          </a:xfrm>
          <a:prstGeom prst="roundRect">
            <a:avLst>
              <a:gd fmla="val 3414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
              <a:latin typeface="Della Respira"/>
              <a:ea typeface="Della Respira"/>
              <a:cs typeface="Della Respira"/>
              <a:sym typeface="Della Respira"/>
            </a:endParaRPr>
          </a:p>
        </p:txBody>
      </p:sp>
      <p:sp>
        <p:nvSpPr>
          <p:cNvPr id="13" name="Google Shape;13;p2"/>
          <p:cNvSpPr txBox="1"/>
          <p:nvPr>
            <p:ph type="title"/>
          </p:nvPr>
        </p:nvSpPr>
        <p:spPr>
          <a:xfrm>
            <a:off x="274725" y="312763"/>
            <a:ext cx="8598900" cy="2478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4" name="Google Shape;14;p2"/>
          <p:cNvSpPr txBox="1"/>
          <p:nvPr>
            <p:ph idx="1" type="subTitle"/>
          </p:nvPr>
        </p:nvSpPr>
        <p:spPr>
          <a:xfrm>
            <a:off x="274725" y="2971100"/>
            <a:ext cx="4213200" cy="1313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2" type="subTitle"/>
          </p:nvPr>
        </p:nvSpPr>
        <p:spPr>
          <a:xfrm>
            <a:off x="279625" y="4509075"/>
            <a:ext cx="8598900" cy="357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6">
    <p:spTree>
      <p:nvGrpSpPr>
        <p:cNvPr id="16" name="Shape 16"/>
        <p:cNvGrpSpPr/>
        <p:nvPr/>
      </p:nvGrpSpPr>
      <p:grpSpPr>
        <a:xfrm>
          <a:off x="0" y="0"/>
          <a:ext cx="0" cy="0"/>
          <a:chOff x="0" y="0"/>
          <a:chExt cx="0" cy="0"/>
        </a:xfrm>
      </p:grpSpPr>
      <p:sp>
        <p:nvSpPr>
          <p:cNvPr id="17" name="Google Shape;17;p3"/>
          <p:cNvSpPr/>
          <p:nvPr/>
        </p:nvSpPr>
        <p:spPr>
          <a:xfrm>
            <a:off x="274950" y="1318300"/>
            <a:ext cx="8598900" cy="24789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8" name="Google Shape;18;p3"/>
          <p:cNvSpPr txBox="1"/>
          <p:nvPr>
            <p:ph type="title"/>
          </p:nvPr>
        </p:nvSpPr>
        <p:spPr>
          <a:xfrm>
            <a:off x="274725" y="1346288"/>
            <a:ext cx="8598900" cy="2478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1">
    <p:spTree>
      <p:nvGrpSpPr>
        <p:cNvPr id="19" name="Shape 19"/>
        <p:cNvGrpSpPr/>
        <p:nvPr/>
      </p:nvGrpSpPr>
      <p:grpSpPr>
        <a:xfrm>
          <a:off x="0" y="0"/>
          <a:ext cx="0" cy="0"/>
          <a:chOff x="0" y="0"/>
          <a:chExt cx="0" cy="0"/>
        </a:xfrm>
      </p:grpSpPr>
      <p:sp>
        <p:nvSpPr>
          <p:cNvPr id="20" name="Google Shape;20;p4"/>
          <p:cNvSpPr/>
          <p:nvPr>
            <p:ph idx="2" type="pic"/>
          </p:nvPr>
        </p:nvSpPr>
        <p:spPr>
          <a:xfrm>
            <a:off x="4676850" y="1342250"/>
            <a:ext cx="4201200" cy="3510600"/>
          </a:xfrm>
          <a:prstGeom prst="roundRect">
            <a:avLst>
              <a:gd fmla="val 5775" name="adj"/>
            </a:avLst>
          </a:prstGeom>
          <a:noFill/>
          <a:ln cap="flat" cmpd="sng" w="9525">
            <a:solidFill>
              <a:schemeClr val="dk1"/>
            </a:solidFill>
            <a:prstDash val="solid"/>
            <a:round/>
            <a:headEnd len="sm" w="sm" type="none"/>
            <a:tailEnd len="sm" w="sm" type="none"/>
          </a:ln>
        </p:spPr>
      </p:sp>
      <p:sp>
        <p:nvSpPr>
          <p:cNvPr id="21" name="Google Shape;21;p4"/>
          <p:cNvSpPr/>
          <p:nvPr/>
        </p:nvSpPr>
        <p:spPr>
          <a:xfrm>
            <a:off x="274950" y="284775"/>
            <a:ext cx="8598900" cy="85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22" name="Google Shape;22;p4"/>
          <p:cNvSpPr/>
          <p:nvPr/>
        </p:nvSpPr>
        <p:spPr>
          <a:xfrm>
            <a:off x="274950" y="1348125"/>
            <a:ext cx="42012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3" name="Google Shape;23;p4"/>
          <p:cNvSpPr txBox="1"/>
          <p:nvPr>
            <p:ph idx="1" type="body"/>
          </p:nvPr>
        </p:nvSpPr>
        <p:spPr>
          <a:xfrm>
            <a:off x="496350" y="1593900"/>
            <a:ext cx="3754200" cy="2985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24" name="Google Shape;24;p4"/>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s and Assigned Sections">
  <p:cSld name="CUSTOM_2">
    <p:bg>
      <p:bgPr>
        <a:solidFill>
          <a:schemeClr val="lt2"/>
        </a:solidFill>
      </p:bgPr>
    </p:bg>
    <p:spTree>
      <p:nvGrpSpPr>
        <p:cNvPr id="25" name="Shape 25"/>
        <p:cNvGrpSpPr/>
        <p:nvPr/>
      </p:nvGrpSpPr>
      <p:grpSpPr>
        <a:xfrm>
          <a:off x="0" y="0"/>
          <a:ext cx="0" cy="0"/>
          <a:chOff x="0" y="0"/>
          <a:chExt cx="0" cy="0"/>
        </a:xfrm>
      </p:grpSpPr>
      <p:sp>
        <p:nvSpPr>
          <p:cNvPr id="26" name="Google Shape;26;p5"/>
          <p:cNvSpPr/>
          <p:nvPr>
            <p:ph idx="2" type="pic"/>
          </p:nvPr>
        </p:nvSpPr>
        <p:spPr>
          <a:xfrm>
            <a:off x="383625" y="1328875"/>
            <a:ext cx="1789200" cy="2277900"/>
          </a:xfrm>
          <a:prstGeom prst="ellipse">
            <a:avLst/>
          </a:prstGeom>
          <a:noFill/>
          <a:ln cap="flat" cmpd="sng" w="9525">
            <a:solidFill>
              <a:srgbClr val="000000"/>
            </a:solidFill>
            <a:prstDash val="solid"/>
            <a:round/>
            <a:headEnd len="sm" w="sm" type="none"/>
            <a:tailEnd len="sm" w="sm" type="none"/>
          </a:ln>
        </p:spPr>
      </p:sp>
      <p:sp>
        <p:nvSpPr>
          <p:cNvPr id="27" name="Google Shape;27;p5"/>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28" name="Google Shape;28;p5"/>
          <p:cNvSpPr/>
          <p:nvPr/>
        </p:nvSpPr>
        <p:spPr>
          <a:xfrm>
            <a:off x="275100"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9" name="Google Shape;29;p5"/>
          <p:cNvSpPr/>
          <p:nvPr/>
        </p:nvSpPr>
        <p:spPr>
          <a:xfrm>
            <a:off x="275100"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100">
              <a:latin typeface="DM Sans"/>
              <a:ea typeface="DM Sans"/>
              <a:cs typeface="DM Sans"/>
              <a:sym typeface="DM Sans"/>
            </a:endParaRPr>
          </a:p>
        </p:txBody>
      </p:sp>
      <p:sp>
        <p:nvSpPr>
          <p:cNvPr id="30" name="Google Shape;30;p5"/>
          <p:cNvSpPr/>
          <p:nvPr/>
        </p:nvSpPr>
        <p:spPr>
          <a:xfrm>
            <a:off x="2477850"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600">
              <a:latin typeface="DM Sans"/>
              <a:ea typeface="DM Sans"/>
              <a:cs typeface="DM Sans"/>
              <a:sym typeface="DM Sans"/>
            </a:endParaRPr>
          </a:p>
        </p:txBody>
      </p:sp>
      <p:sp>
        <p:nvSpPr>
          <p:cNvPr id="31" name="Google Shape;31;p5"/>
          <p:cNvSpPr/>
          <p:nvPr/>
        </p:nvSpPr>
        <p:spPr>
          <a:xfrm>
            <a:off x="4672725"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600">
              <a:latin typeface="DM Sans"/>
              <a:ea typeface="DM Sans"/>
              <a:cs typeface="DM Sans"/>
              <a:sym typeface="DM Sans"/>
            </a:endParaRPr>
          </a:p>
        </p:txBody>
      </p:sp>
      <p:sp>
        <p:nvSpPr>
          <p:cNvPr id="32" name="Google Shape;32;p5"/>
          <p:cNvSpPr/>
          <p:nvPr/>
        </p:nvSpPr>
        <p:spPr>
          <a:xfrm>
            <a:off x="6875475" y="4251701"/>
            <a:ext cx="1998300" cy="606900"/>
          </a:xfrm>
          <a:prstGeom prst="roundRect">
            <a:avLst>
              <a:gd fmla="val 17449" name="adj"/>
            </a:avLst>
          </a:prstGeom>
          <a:solidFill>
            <a:schemeClr val="lt1"/>
          </a:solidFill>
          <a:ln cap="flat" cmpd="sng" w="952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lnSpc>
                <a:spcPct val="90000"/>
              </a:lnSpc>
              <a:spcBef>
                <a:spcPts val="0"/>
              </a:spcBef>
              <a:spcAft>
                <a:spcPts val="0"/>
              </a:spcAft>
              <a:buNone/>
            </a:pPr>
            <a:r>
              <a:t/>
            </a:r>
            <a:endParaRPr sz="600">
              <a:latin typeface="DM Sans"/>
              <a:ea typeface="DM Sans"/>
              <a:cs typeface="DM Sans"/>
              <a:sym typeface="DM Sans"/>
            </a:endParaRPr>
          </a:p>
        </p:txBody>
      </p:sp>
      <p:sp>
        <p:nvSpPr>
          <p:cNvPr id="33" name="Google Shape;33;p5"/>
          <p:cNvSpPr/>
          <p:nvPr/>
        </p:nvSpPr>
        <p:spPr>
          <a:xfrm>
            <a:off x="2477850"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4" name="Google Shape;34;p5"/>
          <p:cNvSpPr/>
          <p:nvPr/>
        </p:nvSpPr>
        <p:spPr>
          <a:xfrm>
            <a:off x="4676663"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5" name="Google Shape;35;p5"/>
          <p:cNvSpPr/>
          <p:nvPr/>
        </p:nvSpPr>
        <p:spPr>
          <a:xfrm>
            <a:off x="6875475" y="3790950"/>
            <a:ext cx="1998300" cy="3489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6" name="Google Shape;36;p5"/>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37" name="Google Shape;37;p5"/>
          <p:cNvSpPr txBox="1"/>
          <p:nvPr>
            <p:ph idx="1" type="subTitle"/>
          </p:nvPr>
        </p:nvSpPr>
        <p:spPr>
          <a:xfrm>
            <a:off x="274950"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8" name="Google Shape;38;p5"/>
          <p:cNvSpPr txBox="1"/>
          <p:nvPr>
            <p:ph idx="3" type="subTitle"/>
          </p:nvPr>
        </p:nvSpPr>
        <p:spPr>
          <a:xfrm>
            <a:off x="2475813"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9" name="Google Shape;39;p5"/>
          <p:cNvSpPr txBox="1"/>
          <p:nvPr>
            <p:ph idx="4" type="subTitle"/>
          </p:nvPr>
        </p:nvSpPr>
        <p:spPr>
          <a:xfrm>
            <a:off x="4675638"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40" name="Google Shape;40;p5"/>
          <p:cNvSpPr txBox="1"/>
          <p:nvPr>
            <p:ph idx="5" type="subTitle"/>
          </p:nvPr>
        </p:nvSpPr>
        <p:spPr>
          <a:xfrm>
            <a:off x="6875488" y="3791100"/>
            <a:ext cx="19983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41" name="Google Shape;41;p5"/>
          <p:cNvSpPr txBox="1"/>
          <p:nvPr>
            <p:ph idx="6" type="subTitle"/>
          </p:nvPr>
        </p:nvSpPr>
        <p:spPr>
          <a:xfrm>
            <a:off x="274950"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42" name="Google Shape;42;p5"/>
          <p:cNvSpPr txBox="1"/>
          <p:nvPr>
            <p:ph idx="7" type="subTitle"/>
          </p:nvPr>
        </p:nvSpPr>
        <p:spPr>
          <a:xfrm>
            <a:off x="2477850"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43" name="Google Shape;43;p5"/>
          <p:cNvSpPr txBox="1"/>
          <p:nvPr>
            <p:ph idx="8" type="subTitle"/>
          </p:nvPr>
        </p:nvSpPr>
        <p:spPr>
          <a:xfrm>
            <a:off x="4676663"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44" name="Google Shape;44;p5"/>
          <p:cNvSpPr txBox="1"/>
          <p:nvPr>
            <p:ph idx="9" type="subTitle"/>
          </p:nvPr>
        </p:nvSpPr>
        <p:spPr>
          <a:xfrm>
            <a:off x="6867588" y="4251700"/>
            <a:ext cx="1998300" cy="606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M Sans"/>
              <a:buNone/>
              <a:defRPr sz="1100">
                <a:latin typeface="DM Sans"/>
                <a:ea typeface="DM Sans"/>
                <a:cs typeface="DM Sans"/>
                <a:sym typeface="DM Sans"/>
              </a:defRPr>
            </a:lvl1pPr>
            <a:lvl2pPr lvl="1" algn="ctr">
              <a:spcBef>
                <a:spcPts val="0"/>
              </a:spcBef>
              <a:spcAft>
                <a:spcPts val="0"/>
              </a:spcAft>
              <a:buSzPts val="1100"/>
              <a:buFont typeface="DM Sans"/>
              <a:buNone/>
              <a:defRPr sz="1100"/>
            </a:lvl2pPr>
            <a:lvl3pPr lvl="2" algn="ctr">
              <a:spcBef>
                <a:spcPts val="0"/>
              </a:spcBef>
              <a:spcAft>
                <a:spcPts val="0"/>
              </a:spcAft>
              <a:buSzPts val="1100"/>
              <a:buFont typeface="DM Sans"/>
              <a:buNone/>
              <a:defRPr sz="1100"/>
            </a:lvl3pPr>
            <a:lvl4pPr lvl="3" algn="ctr">
              <a:spcBef>
                <a:spcPts val="0"/>
              </a:spcBef>
              <a:spcAft>
                <a:spcPts val="0"/>
              </a:spcAft>
              <a:buSzPts val="1100"/>
              <a:buFont typeface="DM Sans"/>
              <a:buNone/>
              <a:defRPr sz="1100"/>
            </a:lvl4pPr>
            <a:lvl5pPr lvl="4" algn="ctr">
              <a:spcBef>
                <a:spcPts val="0"/>
              </a:spcBef>
              <a:spcAft>
                <a:spcPts val="0"/>
              </a:spcAft>
              <a:buSzPts val="1100"/>
              <a:buFont typeface="DM Sans"/>
              <a:buNone/>
              <a:defRPr sz="1100"/>
            </a:lvl5pPr>
            <a:lvl6pPr lvl="5" algn="ctr">
              <a:spcBef>
                <a:spcPts val="0"/>
              </a:spcBef>
              <a:spcAft>
                <a:spcPts val="0"/>
              </a:spcAft>
              <a:buSzPts val="1100"/>
              <a:buFont typeface="DM Sans"/>
              <a:buNone/>
              <a:defRPr sz="1100"/>
            </a:lvl6pPr>
            <a:lvl7pPr lvl="6" algn="ctr">
              <a:spcBef>
                <a:spcPts val="0"/>
              </a:spcBef>
              <a:spcAft>
                <a:spcPts val="0"/>
              </a:spcAft>
              <a:buSzPts val="1100"/>
              <a:buFont typeface="DM Sans"/>
              <a:buNone/>
              <a:defRPr sz="1100"/>
            </a:lvl7pPr>
            <a:lvl8pPr lvl="7" algn="ctr">
              <a:spcBef>
                <a:spcPts val="0"/>
              </a:spcBef>
              <a:spcAft>
                <a:spcPts val="0"/>
              </a:spcAft>
              <a:buSzPts val="1100"/>
              <a:buFont typeface="DM Sans"/>
              <a:buNone/>
              <a:defRPr sz="1100"/>
            </a:lvl8pPr>
            <a:lvl9pPr lvl="8" algn="ctr">
              <a:spcBef>
                <a:spcPts val="0"/>
              </a:spcBef>
              <a:spcAft>
                <a:spcPts val="0"/>
              </a:spcAft>
              <a:buSzPts val="1100"/>
              <a:buFont typeface="DM Sans"/>
              <a:buNone/>
              <a:defRPr sz="1100"/>
            </a:lvl9pPr>
          </a:lstStyle>
          <a:p/>
        </p:txBody>
      </p:sp>
      <p:sp>
        <p:nvSpPr>
          <p:cNvPr id="45" name="Google Shape;45;p5"/>
          <p:cNvSpPr/>
          <p:nvPr>
            <p:ph idx="13" type="pic"/>
          </p:nvPr>
        </p:nvSpPr>
        <p:spPr>
          <a:xfrm>
            <a:off x="2579800" y="1328875"/>
            <a:ext cx="1789200" cy="2277900"/>
          </a:xfrm>
          <a:prstGeom prst="ellipse">
            <a:avLst/>
          </a:prstGeom>
          <a:noFill/>
          <a:ln cap="flat" cmpd="sng" w="9525">
            <a:solidFill>
              <a:srgbClr val="000000"/>
            </a:solidFill>
            <a:prstDash val="solid"/>
            <a:round/>
            <a:headEnd len="sm" w="sm" type="none"/>
            <a:tailEnd len="sm" w="sm" type="none"/>
          </a:ln>
        </p:spPr>
      </p:sp>
      <p:sp>
        <p:nvSpPr>
          <p:cNvPr id="46" name="Google Shape;46;p5"/>
          <p:cNvSpPr/>
          <p:nvPr>
            <p:ph idx="14" type="pic"/>
          </p:nvPr>
        </p:nvSpPr>
        <p:spPr>
          <a:xfrm>
            <a:off x="4775975" y="1328875"/>
            <a:ext cx="1789200" cy="2277900"/>
          </a:xfrm>
          <a:prstGeom prst="ellipse">
            <a:avLst/>
          </a:prstGeom>
          <a:noFill/>
          <a:ln cap="flat" cmpd="sng" w="9525">
            <a:solidFill>
              <a:srgbClr val="000000"/>
            </a:solidFill>
            <a:prstDash val="solid"/>
            <a:round/>
            <a:headEnd len="sm" w="sm" type="none"/>
            <a:tailEnd len="sm" w="sm" type="none"/>
          </a:ln>
        </p:spPr>
      </p:sp>
      <p:sp>
        <p:nvSpPr>
          <p:cNvPr id="47" name="Google Shape;47;p5"/>
          <p:cNvSpPr/>
          <p:nvPr>
            <p:ph idx="15" type="pic"/>
          </p:nvPr>
        </p:nvSpPr>
        <p:spPr>
          <a:xfrm>
            <a:off x="6972150" y="1328875"/>
            <a:ext cx="1789200" cy="2277900"/>
          </a:xfrm>
          <a:prstGeom prst="ellipse">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48" name="Shape 48"/>
        <p:cNvGrpSpPr/>
        <p:nvPr/>
      </p:nvGrpSpPr>
      <p:grpSpPr>
        <a:xfrm>
          <a:off x="0" y="0"/>
          <a:ext cx="0" cy="0"/>
          <a:chOff x="0" y="0"/>
          <a:chExt cx="0" cy="0"/>
        </a:xfrm>
      </p:grpSpPr>
      <p:sp>
        <p:nvSpPr>
          <p:cNvPr id="49" name="Google Shape;49;p6"/>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50" name="Google Shape;50;p6"/>
          <p:cNvSpPr/>
          <p:nvPr/>
        </p:nvSpPr>
        <p:spPr>
          <a:xfrm>
            <a:off x="1655875" y="1348125"/>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1" name="Google Shape;51;p6"/>
          <p:cNvSpPr/>
          <p:nvPr/>
        </p:nvSpPr>
        <p:spPr>
          <a:xfrm>
            <a:off x="1655875" y="2100369"/>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2" name="Google Shape;52;p6"/>
          <p:cNvSpPr/>
          <p:nvPr/>
        </p:nvSpPr>
        <p:spPr>
          <a:xfrm>
            <a:off x="1655875" y="2837025"/>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200">
              <a:solidFill>
                <a:schemeClr val="dk1"/>
              </a:solidFill>
              <a:latin typeface="DM Sans Light"/>
              <a:ea typeface="DM Sans Light"/>
              <a:cs typeface="DM Sans Light"/>
              <a:sym typeface="DM Sans Light"/>
            </a:endParaRPr>
          </a:p>
        </p:txBody>
      </p:sp>
      <p:sp>
        <p:nvSpPr>
          <p:cNvPr id="53" name="Google Shape;53;p6"/>
          <p:cNvSpPr/>
          <p:nvPr/>
        </p:nvSpPr>
        <p:spPr>
          <a:xfrm>
            <a:off x="1655875" y="3573669"/>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200">
              <a:solidFill>
                <a:schemeClr val="dk1"/>
              </a:solidFill>
              <a:latin typeface="DM Sans Light"/>
              <a:ea typeface="DM Sans Light"/>
              <a:cs typeface="DM Sans Light"/>
              <a:sym typeface="DM Sans Light"/>
            </a:endParaRPr>
          </a:p>
        </p:txBody>
      </p:sp>
      <p:sp>
        <p:nvSpPr>
          <p:cNvPr id="54" name="Google Shape;54;p6"/>
          <p:cNvSpPr/>
          <p:nvPr/>
        </p:nvSpPr>
        <p:spPr>
          <a:xfrm>
            <a:off x="1655875" y="4315525"/>
            <a:ext cx="72180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55" name="Google Shape;55;p6"/>
          <p:cNvSpPr/>
          <p:nvPr/>
        </p:nvSpPr>
        <p:spPr>
          <a:xfrm>
            <a:off x="274950" y="134807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Clr>
                <a:schemeClr val="dk1"/>
              </a:buClr>
              <a:buSzPts val="1100"/>
              <a:buNone/>
            </a:pPr>
            <a:r>
              <a:t/>
            </a:r>
            <a:endParaRPr sz="100"/>
          </a:p>
        </p:txBody>
      </p:sp>
      <p:sp>
        <p:nvSpPr>
          <p:cNvPr id="56" name="Google Shape;56;p6"/>
          <p:cNvSpPr/>
          <p:nvPr/>
        </p:nvSpPr>
        <p:spPr>
          <a:xfrm>
            <a:off x="274950" y="2092550"/>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l">
              <a:lnSpc>
                <a:spcPct val="90000"/>
              </a:lnSpc>
              <a:spcBef>
                <a:spcPts val="0"/>
              </a:spcBef>
              <a:spcAft>
                <a:spcPts val="0"/>
              </a:spcAft>
              <a:buNone/>
            </a:pPr>
            <a:r>
              <a:t/>
            </a:r>
            <a:endParaRPr sz="100"/>
          </a:p>
        </p:txBody>
      </p:sp>
      <p:sp>
        <p:nvSpPr>
          <p:cNvPr id="57" name="Google Shape;57;p6"/>
          <p:cNvSpPr/>
          <p:nvPr/>
        </p:nvSpPr>
        <p:spPr>
          <a:xfrm>
            <a:off x="274950" y="283702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l">
              <a:lnSpc>
                <a:spcPct val="90000"/>
              </a:lnSpc>
              <a:spcBef>
                <a:spcPts val="0"/>
              </a:spcBef>
              <a:spcAft>
                <a:spcPts val="0"/>
              </a:spcAft>
              <a:buNone/>
            </a:pPr>
            <a:r>
              <a:t/>
            </a:r>
            <a:endParaRPr sz="100"/>
          </a:p>
        </p:txBody>
      </p:sp>
      <p:sp>
        <p:nvSpPr>
          <p:cNvPr id="58" name="Google Shape;58;p6"/>
          <p:cNvSpPr/>
          <p:nvPr/>
        </p:nvSpPr>
        <p:spPr>
          <a:xfrm>
            <a:off x="274950" y="357367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59" name="Google Shape;59;p6"/>
          <p:cNvSpPr/>
          <p:nvPr/>
        </p:nvSpPr>
        <p:spPr>
          <a:xfrm>
            <a:off x="274950" y="4310325"/>
            <a:ext cx="11979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60" name="Google Shape;60;p6"/>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61" name="Google Shape;61;p6"/>
          <p:cNvSpPr txBox="1"/>
          <p:nvPr>
            <p:ph idx="1" type="subTitle"/>
          </p:nvPr>
        </p:nvSpPr>
        <p:spPr>
          <a:xfrm>
            <a:off x="1655875" y="134807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62" name="Google Shape;62;p6"/>
          <p:cNvSpPr txBox="1"/>
          <p:nvPr>
            <p:ph idx="2" type="subTitle"/>
          </p:nvPr>
        </p:nvSpPr>
        <p:spPr>
          <a:xfrm>
            <a:off x="1655875" y="2092550"/>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63" name="Google Shape;63;p6"/>
          <p:cNvSpPr txBox="1"/>
          <p:nvPr>
            <p:ph idx="3" type="subTitle"/>
          </p:nvPr>
        </p:nvSpPr>
        <p:spPr>
          <a:xfrm>
            <a:off x="1655875" y="283702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64" name="Google Shape;64;p6"/>
          <p:cNvSpPr txBox="1"/>
          <p:nvPr>
            <p:ph idx="4" type="subTitle"/>
          </p:nvPr>
        </p:nvSpPr>
        <p:spPr>
          <a:xfrm>
            <a:off x="1655875" y="357627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65" name="Google Shape;65;p6"/>
          <p:cNvSpPr txBox="1"/>
          <p:nvPr>
            <p:ph idx="5" type="subTitle"/>
          </p:nvPr>
        </p:nvSpPr>
        <p:spPr>
          <a:xfrm>
            <a:off x="1655875" y="4315525"/>
            <a:ext cx="72180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None/>
              <a:defRPr sz="2200"/>
            </a:lvl1pPr>
            <a:lvl2pPr lvl="1">
              <a:spcBef>
                <a:spcPts val="0"/>
              </a:spcBef>
              <a:spcAft>
                <a:spcPts val="0"/>
              </a:spcAft>
              <a:buSzPts val="2200"/>
              <a:buFont typeface="DM Sans Light"/>
              <a:buNone/>
              <a:defRPr sz="2200">
                <a:latin typeface="DM Sans Light"/>
                <a:ea typeface="DM Sans Light"/>
                <a:cs typeface="DM Sans Light"/>
                <a:sym typeface="DM Sans Light"/>
              </a:defRPr>
            </a:lvl2pPr>
            <a:lvl3pPr lvl="2">
              <a:spcBef>
                <a:spcPts val="0"/>
              </a:spcBef>
              <a:spcAft>
                <a:spcPts val="0"/>
              </a:spcAft>
              <a:buSzPts val="2200"/>
              <a:buFont typeface="DM Sans Light"/>
              <a:buNone/>
              <a:defRPr sz="2200">
                <a:latin typeface="DM Sans Light"/>
                <a:ea typeface="DM Sans Light"/>
                <a:cs typeface="DM Sans Light"/>
                <a:sym typeface="DM Sans Light"/>
              </a:defRPr>
            </a:lvl3pPr>
            <a:lvl4pPr lvl="3">
              <a:spcBef>
                <a:spcPts val="0"/>
              </a:spcBef>
              <a:spcAft>
                <a:spcPts val="0"/>
              </a:spcAft>
              <a:buSzPts val="2200"/>
              <a:buFont typeface="DM Sans Light"/>
              <a:buNone/>
              <a:defRPr sz="2200">
                <a:latin typeface="DM Sans Light"/>
                <a:ea typeface="DM Sans Light"/>
                <a:cs typeface="DM Sans Light"/>
                <a:sym typeface="DM Sans Light"/>
              </a:defRPr>
            </a:lvl4pPr>
            <a:lvl5pPr lvl="4">
              <a:spcBef>
                <a:spcPts val="0"/>
              </a:spcBef>
              <a:spcAft>
                <a:spcPts val="0"/>
              </a:spcAft>
              <a:buSzPts val="2200"/>
              <a:buFont typeface="DM Sans Light"/>
              <a:buNone/>
              <a:defRPr sz="2200">
                <a:latin typeface="DM Sans Light"/>
                <a:ea typeface="DM Sans Light"/>
                <a:cs typeface="DM Sans Light"/>
                <a:sym typeface="DM Sans Light"/>
              </a:defRPr>
            </a:lvl5pPr>
            <a:lvl6pPr lvl="5">
              <a:spcBef>
                <a:spcPts val="0"/>
              </a:spcBef>
              <a:spcAft>
                <a:spcPts val="0"/>
              </a:spcAft>
              <a:buSzPts val="2200"/>
              <a:buFont typeface="DM Sans Light"/>
              <a:buNone/>
              <a:defRPr sz="2200">
                <a:latin typeface="DM Sans Light"/>
                <a:ea typeface="DM Sans Light"/>
                <a:cs typeface="DM Sans Light"/>
                <a:sym typeface="DM Sans Light"/>
              </a:defRPr>
            </a:lvl6pPr>
            <a:lvl7pPr lvl="6">
              <a:spcBef>
                <a:spcPts val="0"/>
              </a:spcBef>
              <a:spcAft>
                <a:spcPts val="0"/>
              </a:spcAft>
              <a:buSzPts val="2200"/>
              <a:buFont typeface="DM Sans Light"/>
              <a:buNone/>
              <a:defRPr sz="2200">
                <a:latin typeface="DM Sans Light"/>
                <a:ea typeface="DM Sans Light"/>
                <a:cs typeface="DM Sans Light"/>
                <a:sym typeface="DM Sans Light"/>
              </a:defRPr>
            </a:lvl7pPr>
            <a:lvl8pPr lvl="7">
              <a:spcBef>
                <a:spcPts val="0"/>
              </a:spcBef>
              <a:spcAft>
                <a:spcPts val="0"/>
              </a:spcAft>
              <a:buSzPts val="2200"/>
              <a:buFont typeface="DM Sans Light"/>
              <a:buNone/>
              <a:defRPr sz="2200">
                <a:latin typeface="DM Sans Light"/>
                <a:ea typeface="DM Sans Light"/>
                <a:cs typeface="DM Sans Light"/>
                <a:sym typeface="DM Sans Light"/>
              </a:defRPr>
            </a:lvl8pPr>
            <a:lvl9pPr lvl="8">
              <a:spcBef>
                <a:spcPts val="0"/>
              </a:spcBef>
              <a:spcAft>
                <a:spcPts val="0"/>
              </a:spcAft>
              <a:buSzPts val="2200"/>
              <a:buFont typeface="DM Sans Light"/>
              <a:buNone/>
              <a:defRPr sz="2200">
                <a:latin typeface="DM Sans Light"/>
                <a:ea typeface="DM Sans Light"/>
                <a:cs typeface="DM Sans Light"/>
                <a:sym typeface="DM Sans Light"/>
              </a:defRPr>
            </a:lvl9pPr>
          </a:lstStyle>
          <a:p/>
        </p:txBody>
      </p:sp>
      <p:sp>
        <p:nvSpPr>
          <p:cNvPr id="66" name="Google Shape;66;p6"/>
          <p:cNvSpPr txBox="1"/>
          <p:nvPr>
            <p:ph idx="6" type="subTitle"/>
          </p:nvPr>
        </p:nvSpPr>
        <p:spPr>
          <a:xfrm flipH="1">
            <a:off x="91975" y="136904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67" name="Google Shape;67;p6"/>
          <p:cNvSpPr txBox="1"/>
          <p:nvPr>
            <p:ph idx="7" type="subTitle"/>
          </p:nvPr>
        </p:nvSpPr>
        <p:spPr>
          <a:xfrm flipH="1">
            <a:off x="91975" y="211354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68" name="Google Shape;68;p6"/>
          <p:cNvSpPr txBox="1"/>
          <p:nvPr>
            <p:ph idx="8" type="subTitle"/>
          </p:nvPr>
        </p:nvSpPr>
        <p:spPr>
          <a:xfrm flipH="1">
            <a:off x="91975" y="2854085"/>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69" name="Google Shape;69;p6"/>
          <p:cNvSpPr txBox="1"/>
          <p:nvPr>
            <p:ph idx="9" type="subTitle"/>
          </p:nvPr>
        </p:nvSpPr>
        <p:spPr>
          <a:xfrm flipH="1">
            <a:off x="91975" y="3592685"/>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70" name="Google Shape;70;p6"/>
          <p:cNvSpPr txBox="1"/>
          <p:nvPr>
            <p:ph idx="13" type="subTitle"/>
          </p:nvPr>
        </p:nvSpPr>
        <p:spPr>
          <a:xfrm flipH="1">
            <a:off x="91975" y="4336485"/>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rybook 1">
  <p:cSld name="CUSTOM_4">
    <p:bg>
      <p:bgPr>
        <a:solidFill>
          <a:schemeClr val="dk2"/>
        </a:solidFill>
      </p:bgPr>
    </p:bg>
    <p:spTree>
      <p:nvGrpSpPr>
        <p:cNvPr id="71" name="Shape 71"/>
        <p:cNvGrpSpPr/>
        <p:nvPr/>
      </p:nvGrpSpPr>
      <p:grpSpPr>
        <a:xfrm>
          <a:off x="0" y="0"/>
          <a:ext cx="0" cy="0"/>
          <a:chOff x="0" y="0"/>
          <a:chExt cx="0" cy="0"/>
        </a:xfrm>
      </p:grpSpPr>
      <p:sp>
        <p:nvSpPr>
          <p:cNvPr id="72" name="Google Shape;72;p7"/>
          <p:cNvSpPr/>
          <p:nvPr>
            <p:ph idx="2" type="pic"/>
          </p:nvPr>
        </p:nvSpPr>
        <p:spPr>
          <a:xfrm>
            <a:off x="4676850" y="279050"/>
            <a:ext cx="4201200" cy="4573800"/>
          </a:xfrm>
          <a:prstGeom prst="roundRect">
            <a:avLst>
              <a:gd fmla="val 4826" name="adj"/>
            </a:avLst>
          </a:prstGeom>
          <a:noFill/>
          <a:ln cap="flat" cmpd="sng" w="9525">
            <a:solidFill>
              <a:schemeClr val="dk1"/>
            </a:solidFill>
            <a:prstDash val="solid"/>
            <a:round/>
            <a:headEnd len="sm" w="sm" type="none"/>
            <a:tailEnd len="sm" w="sm" type="none"/>
          </a:ln>
        </p:spPr>
      </p:sp>
      <p:sp>
        <p:nvSpPr>
          <p:cNvPr id="73" name="Google Shape;73;p7"/>
          <p:cNvSpPr/>
          <p:nvPr/>
        </p:nvSpPr>
        <p:spPr>
          <a:xfrm>
            <a:off x="274950" y="1164975"/>
            <a:ext cx="4201200" cy="3693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74" name="Google Shape;74;p7"/>
          <p:cNvSpPr txBox="1"/>
          <p:nvPr>
            <p:ph idx="1" type="body"/>
          </p:nvPr>
        </p:nvSpPr>
        <p:spPr>
          <a:xfrm>
            <a:off x="510325" y="1412150"/>
            <a:ext cx="3733200" cy="3166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75" name="Google Shape;75;p7"/>
          <p:cNvSpPr/>
          <p:nvPr/>
        </p:nvSpPr>
        <p:spPr>
          <a:xfrm>
            <a:off x="274950" y="284775"/>
            <a:ext cx="4201200" cy="704400"/>
          </a:xfrm>
          <a:prstGeom prst="roundRect">
            <a:avLst>
              <a:gd fmla="val 25275"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400"/>
          </a:p>
        </p:txBody>
      </p:sp>
      <p:sp>
        <p:nvSpPr>
          <p:cNvPr id="76" name="Google Shape;76;p7"/>
          <p:cNvSpPr txBox="1"/>
          <p:nvPr>
            <p:ph type="title"/>
          </p:nvPr>
        </p:nvSpPr>
        <p:spPr>
          <a:xfrm>
            <a:off x="272650" y="327125"/>
            <a:ext cx="42012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77" name="Google Shape;77;p7"/>
          <p:cNvSpPr/>
          <p:nvPr/>
        </p:nvSpPr>
        <p:spPr>
          <a:xfrm>
            <a:off x="8008325" y="109825"/>
            <a:ext cx="1018200" cy="3957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100"/>
          </a:p>
        </p:txBody>
      </p:sp>
      <p:sp>
        <p:nvSpPr>
          <p:cNvPr id="78" name="Google Shape;78;p7"/>
          <p:cNvSpPr txBox="1"/>
          <p:nvPr>
            <p:ph idx="3" type="subTitle"/>
          </p:nvPr>
        </p:nvSpPr>
        <p:spPr>
          <a:xfrm>
            <a:off x="8008325" y="109825"/>
            <a:ext cx="1018200" cy="39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ella Respira"/>
              <a:buNone/>
              <a:defRPr b="1" sz="11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rybook 2">
  <p:cSld name="CUSTOM_5">
    <p:bg>
      <p:bgPr>
        <a:solidFill>
          <a:schemeClr val="lt2"/>
        </a:solidFill>
      </p:bgPr>
    </p:bg>
    <p:spTree>
      <p:nvGrpSpPr>
        <p:cNvPr id="79" name="Shape 79"/>
        <p:cNvGrpSpPr/>
        <p:nvPr/>
      </p:nvGrpSpPr>
      <p:grpSpPr>
        <a:xfrm>
          <a:off x="0" y="0"/>
          <a:ext cx="0" cy="0"/>
          <a:chOff x="0" y="0"/>
          <a:chExt cx="0" cy="0"/>
        </a:xfrm>
      </p:grpSpPr>
      <p:sp>
        <p:nvSpPr>
          <p:cNvPr id="80" name="Google Shape;80;p8"/>
          <p:cNvSpPr/>
          <p:nvPr>
            <p:ph idx="2" type="pic"/>
          </p:nvPr>
        </p:nvSpPr>
        <p:spPr>
          <a:xfrm>
            <a:off x="6781525" y="279050"/>
            <a:ext cx="2096400" cy="4573800"/>
          </a:xfrm>
          <a:prstGeom prst="roundRect">
            <a:avLst>
              <a:gd fmla="val 9650" name="adj"/>
            </a:avLst>
          </a:prstGeom>
          <a:noFill/>
          <a:ln cap="flat" cmpd="sng" w="9525">
            <a:solidFill>
              <a:schemeClr val="dk1"/>
            </a:solidFill>
            <a:prstDash val="solid"/>
            <a:round/>
            <a:headEnd len="sm" w="sm" type="none"/>
            <a:tailEnd len="sm" w="sm" type="none"/>
          </a:ln>
        </p:spPr>
      </p:sp>
      <p:sp>
        <p:nvSpPr>
          <p:cNvPr id="81" name="Google Shape;81;p8"/>
          <p:cNvSpPr/>
          <p:nvPr/>
        </p:nvSpPr>
        <p:spPr>
          <a:xfrm>
            <a:off x="274950" y="1164975"/>
            <a:ext cx="6304500" cy="3693600"/>
          </a:xfrm>
          <a:prstGeom prst="roundRect">
            <a:avLst>
              <a:gd fmla="val 5734"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82" name="Google Shape;82;p8"/>
          <p:cNvSpPr txBox="1"/>
          <p:nvPr>
            <p:ph idx="1" type="body"/>
          </p:nvPr>
        </p:nvSpPr>
        <p:spPr>
          <a:xfrm>
            <a:off x="552284" y="1335950"/>
            <a:ext cx="5739600" cy="31737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83" name="Google Shape;83;p8"/>
          <p:cNvSpPr/>
          <p:nvPr/>
        </p:nvSpPr>
        <p:spPr>
          <a:xfrm>
            <a:off x="274950" y="284775"/>
            <a:ext cx="34179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84" name="Google Shape;84;p8"/>
          <p:cNvSpPr txBox="1"/>
          <p:nvPr>
            <p:ph type="title"/>
          </p:nvPr>
        </p:nvSpPr>
        <p:spPr>
          <a:xfrm>
            <a:off x="272650" y="327125"/>
            <a:ext cx="34179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85" name="Google Shape;85;p8"/>
          <p:cNvSpPr/>
          <p:nvPr/>
        </p:nvSpPr>
        <p:spPr>
          <a:xfrm>
            <a:off x="3890600" y="284775"/>
            <a:ext cx="2688900" cy="7044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86" name="Google Shape;86;p8"/>
          <p:cNvSpPr txBox="1"/>
          <p:nvPr>
            <p:ph idx="3" type="subTitle"/>
          </p:nvPr>
        </p:nvSpPr>
        <p:spPr>
          <a:xfrm>
            <a:off x="3890675" y="284775"/>
            <a:ext cx="26889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orybook 3">
  <p:cSld name="CUSTOM_6">
    <p:spTree>
      <p:nvGrpSpPr>
        <p:cNvPr id="87" name="Shape 87"/>
        <p:cNvGrpSpPr/>
        <p:nvPr/>
      </p:nvGrpSpPr>
      <p:grpSpPr>
        <a:xfrm>
          <a:off x="0" y="0"/>
          <a:ext cx="0" cy="0"/>
          <a:chOff x="0" y="0"/>
          <a:chExt cx="0" cy="0"/>
        </a:xfrm>
      </p:grpSpPr>
      <p:sp>
        <p:nvSpPr>
          <p:cNvPr id="88" name="Google Shape;88;p9"/>
          <p:cNvSpPr/>
          <p:nvPr/>
        </p:nvSpPr>
        <p:spPr>
          <a:xfrm>
            <a:off x="274950" y="1164975"/>
            <a:ext cx="8598900" cy="3693600"/>
          </a:xfrm>
          <a:prstGeom prst="roundRect">
            <a:avLst>
              <a:gd fmla="val 5734"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89" name="Google Shape;89;p9"/>
          <p:cNvSpPr txBox="1"/>
          <p:nvPr>
            <p:ph idx="1" type="body"/>
          </p:nvPr>
        </p:nvSpPr>
        <p:spPr>
          <a:xfrm>
            <a:off x="552275" y="1405150"/>
            <a:ext cx="8060400" cy="31809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90" name="Google Shape;90;p9"/>
          <p:cNvSpPr/>
          <p:nvPr/>
        </p:nvSpPr>
        <p:spPr>
          <a:xfrm>
            <a:off x="274950" y="284775"/>
            <a:ext cx="5719200" cy="70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91" name="Google Shape;91;p9"/>
          <p:cNvSpPr/>
          <p:nvPr/>
        </p:nvSpPr>
        <p:spPr>
          <a:xfrm>
            <a:off x="6184900" y="284775"/>
            <a:ext cx="2688900" cy="70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92" name="Google Shape;92;p9"/>
          <p:cNvSpPr txBox="1"/>
          <p:nvPr>
            <p:ph type="title"/>
          </p:nvPr>
        </p:nvSpPr>
        <p:spPr>
          <a:xfrm>
            <a:off x="272650" y="327125"/>
            <a:ext cx="57192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93" name="Google Shape;93;p9"/>
          <p:cNvSpPr/>
          <p:nvPr/>
        </p:nvSpPr>
        <p:spPr>
          <a:xfrm>
            <a:off x="109155" y="109825"/>
            <a:ext cx="1018200" cy="395700"/>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100"/>
          </a:p>
        </p:txBody>
      </p:sp>
      <p:sp>
        <p:nvSpPr>
          <p:cNvPr id="94" name="Google Shape;94;p9"/>
          <p:cNvSpPr txBox="1"/>
          <p:nvPr>
            <p:ph idx="2" type="subTitle"/>
          </p:nvPr>
        </p:nvSpPr>
        <p:spPr>
          <a:xfrm>
            <a:off x="109150" y="109825"/>
            <a:ext cx="1018200" cy="39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ella Respira"/>
              <a:buNone/>
              <a:defRPr b="1" sz="11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9"/>
          <p:cNvSpPr txBox="1"/>
          <p:nvPr>
            <p:ph idx="3" type="subTitle"/>
          </p:nvPr>
        </p:nvSpPr>
        <p:spPr>
          <a:xfrm>
            <a:off x="6184900" y="284775"/>
            <a:ext cx="26889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1">
  <p:cSld name="CUSTOM_7">
    <p:bg>
      <p:bgPr>
        <a:solidFill>
          <a:schemeClr val="dk2"/>
        </a:solidFill>
      </p:bgPr>
    </p:bg>
    <p:spTree>
      <p:nvGrpSpPr>
        <p:cNvPr id="96" name="Shape 96"/>
        <p:cNvGrpSpPr/>
        <p:nvPr/>
      </p:nvGrpSpPr>
      <p:grpSpPr>
        <a:xfrm>
          <a:off x="0" y="0"/>
          <a:ext cx="0" cy="0"/>
          <a:chOff x="0" y="0"/>
          <a:chExt cx="0" cy="0"/>
        </a:xfrm>
      </p:grpSpPr>
      <p:sp>
        <p:nvSpPr>
          <p:cNvPr id="97" name="Google Shape;97;p10"/>
          <p:cNvSpPr/>
          <p:nvPr>
            <p:ph idx="2" type="pic"/>
          </p:nvPr>
        </p:nvSpPr>
        <p:spPr>
          <a:xfrm>
            <a:off x="274950" y="11592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98" name="Google Shape;98;p10"/>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99" name="Google Shape;99;p10"/>
          <p:cNvSpPr/>
          <p:nvPr/>
        </p:nvSpPr>
        <p:spPr>
          <a:xfrm>
            <a:off x="2547100" y="1164975"/>
            <a:ext cx="6326700" cy="3693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00" name="Google Shape;100;p10"/>
          <p:cNvSpPr/>
          <p:nvPr/>
        </p:nvSpPr>
        <p:spPr>
          <a:xfrm>
            <a:off x="274950" y="2847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101" name="Google Shape;101;p10"/>
          <p:cNvSpPr txBox="1"/>
          <p:nvPr/>
        </p:nvSpPr>
        <p:spPr>
          <a:xfrm>
            <a:off x="2840350" y="1414100"/>
            <a:ext cx="5740200" cy="316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600">
              <a:latin typeface="DM Sans"/>
              <a:ea typeface="DM Sans"/>
              <a:cs typeface="DM Sans"/>
              <a:sym typeface="DM Sans"/>
            </a:endParaRPr>
          </a:p>
        </p:txBody>
      </p:sp>
      <p:sp>
        <p:nvSpPr>
          <p:cNvPr id="102" name="Google Shape;102;p10"/>
          <p:cNvSpPr txBox="1"/>
          <p:nvPr>
            <p:ph idx="1" type="body"/>
          </p:nvPr>
        </p:nvSpPr>
        <p:spPr>
          <a:xfrm>
            <a:off x="2845275" y="1412150"/>
            <a:ext cx="5732400" cy="3166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03" name="Google Shape;103;p10"/>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104" name="Google Shape;104;p10"/>
          <p:cNvSpPr txBox="1"/>
          <p:nvPr>
            <p:ph idx="3" type="subTitle"/>
          </p:nvPr>
        </p:nvSpPr>
        <p:spPr>
          <a:xfrm>
            <a:off x="27495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1 Alt">
  <p:cSld name="CUSTOM_7_1">
    <p:bg>
      <p:bgPr>
        <a:solidFill>
          <a:schemeClr val="dk2"/>
        </a:solidFill>
      </p:bgPr>
    </p:bg>
    <p:spTree>
      <p:nvGrpSpPr>
        <p:cNvPr id="105" name="Shape 105"/>
        <p:cNvGrpSpPr/>
        <p:nvPr/>
      </p:nvGrpSpPr>
      <p:grpSpPr>
        <a:xfrm>
          <a:off x="0" y="0"/>
          <a:ext cx="0" cy="0"/>
          <a:chOff x="0" y="0"/>
          <a:chExt cx="0" cy="0"/>
        </a:xfrm>
      </p:grpSpPr>
      <p:sp>
        <p:nvSpPr>
          <p:cNvPr id="106" name="Google Shape;106;p11"/>
          <p:cNvSpPr/>
          <p:nvPr>
            <p:ph idx="2" type="pic"/>
          </p:nvPr>
        </p:nvSpPr>
        <p:spPr>
          <a:xfrm>
            <a:off x="2547100" y="1159275"/>
            <a:ext cx="6326700" cy="3705000"/>
          </a:xfrm>
          <a:prstGeom prst="roundRect">
            <a:avLst>
              <a:gd fmla="val 6538" name="adj"/>
            </a:avLst>
          </a:prstGeom>
          <a:noFill/>
          <a:ln cap="flat" cmpd="sng" w="9525">
            <a:solidFill>
              <a:srgbClr val="000000"/>
            </a:solidFill>
            <a:prstDash val="solid"/>
            <a:round/>
            <a:headEnd len="sm" w="sm" type="none"/>
            <a:tailEnd len="sm" w="sm" type="none"/>
          </a:ln>
        </p:spPr>
      </p:sp>
      <p:sp>
        <p:nvSpPr>
          <p:cNvPr id="107" name="Google Shape;107;p11"/>
          <p:cNvSpPr txBox="1"/>
          <p:nvPr>
            <p:ph idx="1" type="body"/>
          </p:nvPr>
        </p:nvSpPr>
        <p:spPr>
          <a:xfrm>
            <a:off x="496375" y="1377200"/>
            <a:ext cx="1663800" cy="3250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08" name="Google Shape;108;p11"/>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109" name="Google Shape;109;p11"/>
          <p:cNvSpPr/>
          <p:nvPr/>
        </p:nvSpPr>
        <p:spPr>
          <a:xfrm>
            <a:off x="274950" y="2847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110" name="Google Shape;110;p11"/>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111" name="Google Shape;111;p11"/>
          <p:cNvSpPr txBox="1"/>
          <p:nvPr>
            <p:ph idx="3" type="subTitle"/>
          </p:nvPr>
        </p:nvSpPr>
        <p:spPr>
          <a:xfrm>
            <a:off x="27495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1 Editable">
  <p:cSld name="CUSTOM_7_1_1">
    <p:bg>
      <p:bgPr>
        <a:solidFill>
          <a:schemeClr val="dk2"/>
        </a:solidFill>
      </p:bgPr>
    </p:bg>
    <p:spTree>
      <p:nvGrpSpPr>
        <p:cNvPr id="112" name="Shape 112"/>
        <p:cNvGrpSpPr/>
        <p:nvPr/>
      </p:nvGrpSpPr>
      <p:grpSpPr>
        <a:xfrm>
          <a:off x="0" y="0"/>
          <a:ext cx="0" cy="0"/>
          <a:chOff x="0" y="0"/>
          <a:chExt cx="0" cy="0"/>
        </a:xfrm>
      </p:grpSpPr>
      <p:sp>
        <p:nvSpPr>
          <p:cNvPr id="113" name="Google Shape;113;p12"/>
          <p:cNvSpPr/>
          <p:nvPr>
            <p:ph idx="2" type="pic"/>
          </p:nvPr>
        </p:nvSpPr>
        <p:spPr>
          <a:xfrm>
            <a:off x="4672600" y="1159275"/>
            <a:ext cx="4201200" cy="3705000"/>
          </a:xfrm>
          <a:prstGeom prst="roundRect">
            <a:avLst>
              <a:gd fmla="val 6294" name="adj"/>
            </a:avLst>
          </a:prstGeom>
          <a:noFill/>
          <a:ln cap="flat" cmpd="sng" w="9525">
            <a:solidFill>
              <a:srgbClr val="000000"/>
            </a:solidFill>
            <a:prstDash val="solid"/>
            <a:round/>
            <a:headEnd len="sm" w="sm" type="none"/>
            <a:tailEnd len="sm" w="sm" type="none"/>
          </a:ln>
        </p:spPr>
      </p:sp>
      <p:sp>
        <p:nvSpPr>
          <p:cNvPr id="114" name="Google Shape;114;p12"/>
          <p:cNvSpPr txBox="1"/>
          <p:nvPr>
            <p:ph idx="1" type="body"/>
          </p:nvPr>
        </p:nvSpPr>
        <p:spPr>
          <a:xfrm>
            <a:off x="496375" y="1377200"/>
            <a:ext cx="3772800" cy="3250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15" name="Google Shape;115;p12"/>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116" name="Google Shape;116;p12"/>
          <p:cNvSpPr/>
          <p:nvPr/>
        </p:nvSpPr>
        <p:spPr>
          <a:xfrm>
            <a:off x="274950" y="2847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117" name="Google Shape;117;p12"/>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118" name="Google Shape;118;p12"/>
          <p:cNvSpPr txBox="1"/>
          <p:nvPr>
            <p:ph idx="3" type="subTitle"/>
          </p:nvPr>
        </p:nvSpPr>
        <p:spPr>
          <a:xfrm>
            <a:off x="27495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2">
  <p:cSld name="CUSTOM_8">
    <p:bg>
      <p:bgPr>
        <a:solidFill>
          <a:schemeClr val="lt2"/>
        </a:solidFill>
      </p:bgPr>
    </p:bg>
    <p:spTree>
      <p:nvGrpSpPr>
        <p:cNvPr id="119" name="Shape 119"/>
        <p:cNvGrpSpPr/>
        <p:nvPr/>
      </p:nvGrpSpPr>
      <p:grpSpPr>
        <a:xfrm>
          <a:off x="0" y="0"/>
          <a:ext cx="0" cy="0"/>
          <a:chOff x="0" y="0"/>
          <a:chExt cx="0" cy="0"/>
        </a:xfrm>
      </p:grpSpPr>
      <p:sp>
        <p:nvSpPr>
          <p:cNvPr id="120" name="Google Shape;120;p13"/>
          <p:cNvSpPr/>
          <p:nvPr>
            <p:ph idx="2" type="pic"/>
          </p:nvPr>
        </p:nvSpPr>
        <p:spPr>
          <a:xfrm>
            <a:off x="6777400" y="11592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121" name="Google Shape;121;p13"/>
          <p:cNvSpPr/>
          <p:nvPr/>
        </p:nvSpPr>
        <p:spPr>
          <a:xfrm>
            <a:off x="274950" y="1164975"/>
            <a:ext cx="6326700" cy="3693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22" name="Google Shape;122;p13"/>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23" name="Google Shape;123;p13"/>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124" name="Google Shape;124;p13"/>
          <p:cNvSpPr/>
          <p:nvPr/>
        </p:nvSpPr>
        <p:spPr>
          <a:xfrm>
            <a:off x="6777400" y="284775"/>
            <a:ext cx="2096400" cy="70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125" name="Google Shape;125;p13"/>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126" name="Google Shape;126;p13"/>
          <p:cNvSpPr txBox="1"/>
          <p:nvPr>
            <p:ph idx="3" type="subTitle"/>
          </p:nvPr>
        </p:nvSpPr>
        <p:spPr>
          <a:xfrm>
            <a:off x="6777400" y="2847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3">
  <p:cSld name="CUSTOM_9">
    <p:spTree>
      <p:nvGrpSpPr>
        <p:cNvPr id="127" name="Shape 127"/>
        <p:cNvGrpSpPr/>
        <p:nvPr/>
      </p:nvGrpSpPr>
      <p:grpSpPr>
        <a:xfrm>
          <a:off x="0" y="0"/>
          <a:ext cx="0" cy="0"/>
          <a:chOff x="0" y="0"/>
          <a:chExt cx="0" cy="0"/>
        </a:xfrm>
      </p:grpSpPr>
      <p:sp>
        <p:nvSpPr>
          <p:cNvPr id="128" name="Google Shape;128;p14"/>
          <p:cNvSpPr/>
          <p:nvPr>
            <p:ph idx="2" type="pic"/>
          </p:nvPr>
        </p:nvSpPr>
        <p:spPr>
          <a:xfrm>
            <a:off x="274950" y="2847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129" name="Google Shape;129;p14"/>
          <p:cNvSpPr/>
          <p:nvPr/>
        </p:nvSpPr>
        <p:spPr>
          <a:xfrm>
            <a:off x="2547100" y="1164975"/>
            <a:ext cx="6326700" cy="3693600"/>
          </a:xfrm>
          <a:prstGeom prst="roundRect">
            <a:avLst>
              <a:gd fmla="val 5734"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30" name="Google Shape;130;p14"/>
          <p:cNvSpPr txBox="1"/>
          <p:nvPr>
            <p:ph idx="1" type="body"/>
          </p:nvPr>
        </p:nvSpPr>
        <p:spPr>
          <a:xfrm>
            <a:off x="2819407" y="1323219"/>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31" name="Google Shape;131;p14"/>
          <p:cNvSpPr/>
          <p:nvPr/>
        </p:nvSpPr>
        <p:spPr>
          <a:xfrm>
            <a:off x="2547100" y="284775"/>
            <a:ext cx="6326700" cy="70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132" name="Google Shape;132;p14"/>
          <p:cNvSpPr/>
          <p:nvPr/>
        </p:nvSpPr>
        <p:spPr>
          <a:xfrm>
            <a:off x="274950" y="4154175"/>
            <a:ext cx="2096400" cy="7044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133" name="Google Shape;133;p14"/>
          <p:cNvSpPr txBox="1"/>
          <p:nvPr>
            <p:ph type="title"/>
          </p:nvPr>
        </p:nvSpPr>
        <p:spPr>
          <a:xfrm>
            <a:off x="254710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134" name="Google Shape;134;p14"/>
          <p:cNvSpPr txBox="1"/>
          <p:nvPr>
            <p:ph idx="3" type="subTitle"/>
          </p:nvPr>
        </p:nvSpPr>
        <p:spPr>
          <a:xfrm>
            <a:off x="274950" y="41541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4">
  <p:cSld name="CUSTOM_10">
    <p:bg>
      <p:bgPr>
        <a:solidFill>
          <a:schemeClr val="accent2"/>
        </a:solidFill>
      </p:bgPr>
    </p:bg>
    <p:spTree>
      <p:nvGrpSpPr>
        <p:cNvPr id="135" name="Shape 135"/>
        <p:cNvGrpSpPr/>
        <p:nvPr/>
      </p:nvGrpSpPr>
      <p:grpSpPr>
        <a:xfrm>
          <a:off x="0" y="0"/>
          <a:ext cx="0" cy="0"/>
          <a:chOff x="0" y="0"/>
          <a:chExt cx="0" cy="0"/>
        </a:xfrm>
      </p:grpSpPr>
      <p:sp>
        <p:nvSpPr>
          <p:cNvPr id="136" name="Google Shape;136;p15"/>
          <p:cNvSpPr/>
          <p:nvPr/>
        </p:nvSpPr>
        <p:spPr>
          <a:xfrm>
            <a:off x="274950" y="1164975"/>
            <a:ext cx="6326700" cy="3693600"/>
          </a:xfrm>
          <a:prstGeom prst="roundRect">
            <a:avLst>
              <a:gd fmla="val 5734"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37" name="Google Shape;137;p15"/>
          <p:cNvSpPr txBox="1"/>
          <p:nvPr>
            <p:ph idx="1" type="body"/>
          </p:nvPr>
        </p:nvSpPr>
        <p:spPr>
          <a:xfrm>
            <a:off x="559275" y="1335950"/>
            <a:ext cx="5760300" cy="31809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38" name="Google Shape;138;p15"/>
          <p:cNvSpPr/>
          <p:nvPr>
            <p:ph idx="2" type="pic"/>
          </p:nvPr>
        </p:nvSpPr>
        <p:spPr>
          <a:xfrm>
            <a:off x="6777400" y="284775"/>
            <a:ext cx="2096400" cy="3705000"/>
          </a:xfrm>
          <a:prstGeom prst="roundRect">
            <a:avLst>
              <a:gd fmla="val 11005" name="adj"/>
            </a:avLst>
          </a:prstGeom>
          <a:noFill/>
          <a:ln cap="flat" cmpd="sng" w="9525">
            <a:solidFill>
              <a:srgbClr val="000000"/>
            </a:solidFill>
            <a:prstDash val="solid"/>
            <a:round/>
            <a:headEnd len="sm" w="sm" type="none"/>
            <a:tailEnd len="sm" w="sm" type="none"/>
          </a:ln>
        </p:spPr>
      </p:sp>
      <p:sp>
        <p:nvSpPr>
          <p:cNvPr id="139" name="Google Shape;139;p15"/>
          <p:cNvSpPr/>
          <p:nvPr/>
        </p:nvSpPr>
        <p:spPr>
          <a:xfrm>
            <a:off x="274950" y="284775"/>
            <a:ext cx="6326700" cy="704400"/>
          </a:xfrm>
          <a:prstGeom prst="roundRect">
            <a:avLst>
              <a:gd fmla="val 25275"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140" name="Google Shape;140;p15"/>
          <p:cNvSpPr/>
          <p:nvPr/>
        </p:nvSpPr>
        <p:spPr>
          <a:xfrm>
            <a:off x="6777400" y="4154175"/>
            <a:ext cx="2096400" cy="7044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300"/>
          </a:p>
        </p:txBody>
      </p:sp>
      <p:sp>
        <p:nvSpPr>
          <p:cNvPr id="141" name="Google Shape;141;p15"/>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142" name="Google Shape;142;p15"/>
          <p:cNvSpPr txBox="1"/>
          <p:nvPr>
            <p:ph idx="3" type="subTitle"/>
          </p:nvPr>
        </p:nvSpPr>
        <p:spPr>
          <a:xfrm>
            <a:off x="6777400" y="4154175"/>
            <a:ext cx="2096400" cy="7044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b="1" sz="13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1">
    <p:bg>
      <p:bgPr>
        <a:solidFill>
          <a:schemeClr val="dk2"/>
        </a:solidFill>
      </p:bgPr>
    </p:bg>
    <p:spTree>
      <p:nvGrpSpPr>
        <p:cNvPr id="143" name="Shape 143"/>
        <p:cNvGrpSpPr/>
        <p:nvPr/>
      </p:nvGrpSpPr>
      <p:grpSpPr>
        <a:xfrm>
          <a:off x="0" y="0"/>
          <a:ext cx="0" cy="0"/>
          <a:chOff x="0" y="0"/>
          <a:chExt cx="0" cy="0"/>
        </a:xfrm>
      </p:grpSpPr>
      <p:sp>
        <p:nvSpPr>
          <p:cNvPr id="144" name="Google Shape;144;p16"/>
          <p:cNvSpPr/>
          <p:nvPr/>
        </p:nvSpPr>
        <p:spPr>
          <a:xfrm>
            <a:off x="4672650" y="1348125"/>
            <a:ext cx="4201200" cy="3510600"/>
          </a:xfrm>
          <a:prstGeom prst="roundRect">
            <a:avLst>
              <a:gd fmla="val 5734"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45" name="Google Shape;145;p16"/>
          <p:cNvSpPr txBox="1"/>
          <p:nvPr>
            <p:ph idx="1" type="body"/>
          </p:nvPr>
        </p:nvSpPr>
        <p:spPr>
          <a:xfrm>
            <a:off x="49010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46" name="Google Shape;146;p16"/>
          <p:cNvSpPr/>
          <p:nvPr/>
        </p:nvSpPr>
        <p:spPr>
          <a:xfrm>
            <a:off x="274950" y="1348125"/>
            <a:ext cx="4201200" cy="3510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47" name="Google Shape;147;p16"/>
          <p:cNvSpPr txBox="1"/>
          <p:nvPr>
            <p:ph idx="2" type="body"/>
          </p:nvPr>
        </p:nvSpPr>
        <p:spPr>
          <a:xfrm>
            <a:off x="5033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48" name="Google Shape;148;p16"/>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149" name="Google Shape;149;p16"/>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udent Page 6">
  <p:cSld name="CUSTOM_12">
    <p:bg>
      <p:bgPr>
        <a:solidFill>
          <a:schemeClr val="lt2"/>
        </a:solidFill>
      </p:bgPr>
    </p:bg>
    <p:spTree>
      <p:nvGrpSpPr>
        <p:cNvPr id="150" name="Shape 150"/>
        <p:cNvGrpSpPr/>
        <p:nvPr/>
      </p:nvGrpSpPr>
      <p:grpSpPr>
        <a:xfrm>
          <a:off x="0" y="0"/>
          <a:ext cx="0" cy="0"/>
          <a:chOff x="0" y="0"/>
          <a:chExt cx="0" cy="0"/>
        </a:xfrm>
      </p:grpSpPr>
      <p:sp>
        <p:nvSpPr>
          <p:cNvPr id="151" name="Google Shape;151;p17"/>
          <p:cNvSpPr/>
          <p:nvPr/>
        </p:nvSpPr>
        <p:spPr>
          <a:xfrm>
            <a:off x="4672650" y="1348125"/>
            <a:ext cx="42012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52" name="Google Shape;152;p17"/>
          <p:cNvSpPr txBox="1"/>
          <p:nvPr>
            <p:ph idx="1" type="body"/>
          </p:nvPr>
        </p:nvSpPr>
        <p:spPr>
          <a:xfrm>
            <a:off x="48892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53" name="Google Shape;153;p17"/>
          <p:cNvSpPr/>
          <p:nvPr>
            <p:ph idx="2" type="pic"/>
          </p:nvPr>
        </p:nvSpPr>
        <p:spPr>
          <a:xfrm>
            <a:off x="274950" y="1352225"/>
            <a:ext cx="4201200" cy="3510600"/>
          </a:xfrm>
          <a:prstGeom prst="roundRect">
            <a:avLst>
              <a:gd fmla="val 5298" name="adj"/>
            </a:avLst>
          </a:prstGeom>
          <a:noFill/>
          <a:ln cap="flat" cmpd="sng" w="9525">
            <a:solidFill>
              <a:srgbClr val="000000"/>
            </a:solidFill>
            <a:prstDash val="solid"/>
            <a:round/>
            <a:headEnd len="sm" w="sm" type="none"/>
            <a:tailEnd len="sm" w="sm" type="none"/>
          </a:ln>
        </p:spPr>
      </p:sp>
      <p:sp>
        <p:nvSpPr>
          <p:cNvPr id="154" name="Google Shape;154;p17"/>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155" name="Google Shape;155;p17"/>
          <p:cNvSpPr/>
          <p:nvPr/>
        </p:nvSpPr>
        <p:spPr>
          <a:xfrm>
            <a:off x="7318600" y="109825"/>
            <a:ext cx="1705500" cy="395700"/>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09725">
            <a:noAutofit/>
          </a:bodyPr>
          <a:lstStyle/>
          <a:p>
            <a:pPr indent="0" lvl="0" marL="0" rtl="0" algn="ctr">
              <a:lnSpc>
                <a:spcPct val="90000"/>
              </a:lnSpc>
              <a:spcBef>
                <a:spcPts val="0"/>
              </a:spcBef>
              <a:spcAft>
                <a:spcPts val="0"/>
              </a:spcAft>
              <a:buNone/>
            </a:pPr>
            <a:r>
              <a:t/>
            </a:r>
            <a:endParaRPr sz="100"/>
          </a:p>
        </p:txBody>
      </p:sp>
      <p:sp>
        <p:nvSpPr>
          <p:cNvPr id="156" name="Google Shape;156;p17"/>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157" name="Google Shape;157;p17"/>
          <p:cNvSpPr txBox="1"/>
          <p:nvPr>
            <p:ph idx="3" type="subTitle"/>
          </p:nvPr>
        </p:nvSpPr>
        <p:spPr>
          <a:xfrm>
            <a:off x="7318600" y="109825"/>
            <a:ext cx="1705500" cy="39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Della Respira"/>
              <a:buNone/>
              <a:defRPr b="1" sz="1100">
                <a:latin typeface="Della Respira"/>
                <a:ea typeface="Della Respira"/>
                <a:cs typeface="Della Respira"/>
                <a:sym typeface="Della Respira"/>
              </a:defRPr>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Slide">
  <p:cSld name="CUSTOM_13">
    <p:bg>
      <p:bgPr>
        <a:solidFill>
          <a:schemeClr val="dk2"/>
        </a:solidFill>
      </p:bgPr>
    </p:bg>
    <p:spTree>
      <p:nvGrpSpPr>
        <p:cNvPr id="158" name="Shape 158"/>
        <p:cNvGrpSpPr/>
        <p:nvPr/>
      </p:nvGrpSpPr>
      <p:grpSpPr>
        <a:xfrm>
          <a:off x="0" y="0"/>
          <a:ext cx="0" cy="0"/>
          <a:chOff x="0" y="0"/>
          <a:chExt cx="0" cy="0"/>
        </a:xfrm>
      </p:grpSpPr>
      <p:sp>
        <p:nvSpPr>
          <p:cNvPr id="159" name="Google Shape;159;p18"/>
          <p:cNvSpPr/>
          <p:nvPr>
            <p:ph idx="2" type="pic"/>
          </p:nvPr>
        </p:nvSpPr>
        <p:spPr>
          <a:xfrm>
            <a:off x="6777400" y="1352225"/>
            <a:ext cx="2096400" cy="3510600"/>
          </a:xfrm>
          <a:prstGeom prst="roundRect">
            <a:avLst>
              <a:gd fmla="val 9180" name="adj"/>
            </a:avLst>
          </a:prstGeom>
          <a:noFill/>
          <a:ln cap="flat" cmpd="sng" w="9525">
            <a:solidFill>
              <a:srgbClr val="000000"/>
            </a:solidFill>
            <a:prstDash val="solid"/>
            <a:round/>
            <a:headEnd len="sm" w="sm" type="none"/>
            <a:tailEnd len="sm" w="sm" type="none"/>
          </a:ln>
        </p:spPr>
      </p:sp>
      <p:sp>
        <p:nvSpPr>
          <p:cNvPr id="160" name="Google Shape;160;p18"/>
          <p:cNvSpPr/>
          <p:nvPr/>
        </p:nvSpPr>
        <p:spPr>
          <a:xfrm>
            <a:off x="274950" y="1348125"/>
            <a:ext cx="62859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161" name="Google Shape;161;p18"/>
          <p:cNvSpPr txBox="1"/>
          <p:nvPr>
            <p:ph idx="1" type="body"/>
          </p:nvPr>
        </p:nvSpPr>
        <p:spPr>
          <a:xfrm>
            <a:off x="494800" y="1503725"/>
            <a:ext cx="58377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162" name="Google Shape;162;p18"/>
          <p:cNvSpPr/>
          <p:nvPr/>
        </p:nvSpPr>
        <p:spPr>
          <a:xfrm>
            <a:off x="274950" y="284775"/>
            <a:ext cx="8598900" cy="85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63" name="Google Shape;163;p18"/>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Slide 2">
  <p:cSld name="CUSTOM_14">
    <p:bg>
      <p:bgPr>
        <a:solidFill>
          <a:schemeClr val="lt2"/>
        </a:solidFill>
      </p:bgPr>
    </p:bg>
    <p:spTree>
      <p:nvGrpSpPr>
        <p:cNvPr id="164" name="Shape 164"/>
        <p:cNvGrpSpPr/>
        <p:nvPr/>
      </p:nvGrpSpPr>
      <p:grpSpPr>
        <a:xfrm>
          <a:off x="0" y="0"/>
          <a:ext cx="0" cy="0"/>
          <a:chOff x="0" y="0"/>
          <a:chExt cx="0" cy="0"/>
        </a:xfrm>
      </p:grpSpPr>
      <p:sp>
        <p:nvSpPr>
          <p:cNvPr id="165" name="Google Shape;165;p19"/>
          <p:cNvSpPr/>
          <p:nvPr/>
        </p:nvSpPr>
        <p:spPr>
          <a:xfrm>
            <a:off x="274950" y="284775"/>
            <a:ext cx="8598900" cy="854400"/>
          </a:xfrm>
          <a:prstGeom prst="roundRect">
            <a:avLst>
              <a:gd fmla="val 25275"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66" name="Google Shape;166;p19"/>
          <p:cNvSpPr/>
          <p:nvPr/>
        </p:nvSpPr>
        <p:spPr>
          <a:xfrm>
            <a:off x="1134750" y="4315525"/>
            <a:ext cx="5434200" cy="5433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Clr>
                <a:schemeClr val="dk1"/>
              </a:buClr>
              <a:buSzPts val="1100"/>
              <a:buNone/>
            </a:pPr>
            <a:r>
              <a:t/>
            </a:r>
            <a:endParaRPr sz="1600">
              <a:latin typeface="DM Sans Light"/>
              <a:ea typeface="DM Sans Light"/>
              <a:cs typeface="DM Sans Light"/>
              <a:sym typeface="DM Sans Light"/>
            </a:endParaRPr>
          </a:p>
        </p:txBody>
      </p:sp>
      <p:sp>
        <p:nvSpPr>
          <p:cNvPr id="167" name="Google Shape;167;p19"/>
          <p:cNvSpPr/>
          <p:nvPr/>
        </p:nvSpPr>
        <p:spPr>
          <a:xfrm>
            <a:off x="274950" y="1348075"/>
            <a:ext cx="6693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Clr>
                <a:schemeClr val="dk1"/>
              </a:buClr>
              <a:buSzPts val="1100"/>
              <a:buNone/>
            </a:pPr>
            <a:r>
              <a:t/>
            </a:r>
            <a:endParaRPr sz="100"/>
          </a:p>
        </p:txBody>
      </p:sp>
      <p:sp>
        <p:nvSpPr>
          <p:cNvPr id="168" name="Google Shape;168;p19"/>
          <p:cNvSpPr/>
          <p:nvPr/>
        </p:nvSpPr>
        <p:spPr>
          <a:xfrm>
            <a:off x="274950" y="2837025"/>
            <a:ext cx="6693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169" name="Google Shape;169;p19"/>
          <p:cNvSpPr/>
          <p:nvPr/>
        </p:nvSpPr>
        <p:spPr>
          <a:xfrm>
            <a:off x="274950" y="4310325"/>
            <a:ext cx="669300" cy="543300"/>
          </a:xfrm>
          <a:prstGeom prst="ellipse">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37150">
            <a:noAutofit/>
          </a:bodyPr>
          <a:lstStyle/>
          <a:p>
            <a:pPr indent="0" lvl="0" marL="0" rtl="0" algn="ctr">
              <a:lnSpc>
                <a:spcPct val="90000"/>
              </a:lnSpc>
              <a:spcBef>
                <a:spcPts val="0"/>
              </a:spcBef>
              <a:spcAft>
                <a:spcPts val="0"/>
              </a:spcAft>
              <a:buNone/>
            </a:pPr>
            <a:r>
              <a:t/>
            </a:r>
            <a:endParaRPr sz="100"/>
          </a:p>
        </p:txBody>
      </p:sp>
      <p:sp>
        <p:nvSpPr>
          <p:cNvPr id="170" name="Google Shape;170;p19"/>
          <p:cNvSpPr/>
          <p:nvPr/>
        </p:nvSpPr>
        <p:spPr>
          <a:xfrm>
            <a:off x="1134750" y="1338000"/>
            <a:ext cx="5434200" cy="1300200"/>
          </a:xfrm>
          <a:prstGeom prst="roundRect">
            <a:avLst>
              <a:gd fmla="val 16928" name="adj"/>
            </a:avLst>
          </a:prstGeom>
          <a:solidFill>
            <a:schemeClr val="dk2"/>
          </a:solidFill>
          <a:ln cap="flat" cmpd="sng" w="9525">
            <a:solidFill>
              <a:schemeClr val="dk1"/>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Clr>
                <a:schemeClr val="dk1"/>
              </a:buClr>
              <a:buSzPts val="1100"/>
              <a:buNone/>
            </a:pPr>
            <a:r>
              <a:t/>
            </a:r>
            <a:endParaRPr sz="1600">
              <a:solidFill>
                <a:schemeClr val="dk1"/>
              </a:solidFill>
              <a:latin typeface="DM Sans Light"/>
              <a:ea typeface="DM Sans Light"/>
              <a:cs typeface="DM Sans Light"/>
              <a:sym typeface="DM Sans Light"/>
            </a:endParaRPr>
          </a:p>
        </p:txBody>
      </p:sp>
      <p:sp>
        <p:nvSpPr>
          <p:cNvPr id="171" name="Google Shape;171;p19"/>
          <p:cNvSpPr/>
          <p:nvPr/>
        </p:nvSpPr>
        <p:spPr>
          <a:xfrm>
            <a:off x="1134750" y="2826762"/>
            <a:ext cx="5434200" cy="1300200"/>
          </a:xfrm>
          <a:prstGeom prst="roundRect">
            <a:avLst>
              <a:gd fmla="val 16928" name="adj"/>
            </a:avLst>
          </a:prstGeom>
          <a:solidFill>
            <a:schemeClr val="dk2"/>
          </a:solidFill>
          <a:ln cap="flat" cmpd="sng" w="9525">
            <a:solidFill>
              <a:schemeClr val="dk1"/>
            </a:solidFill>
            <a:prstDash val="solid"/>
            <a:round/>
            <a:headEnd len="sm" w="sm" type="none"/>
            <a:tailEnd len="sm" w="sm" type="none"/>
          </a:ln>
        </p:spPr>
        <p:txBody>
          <a:bodyPr anchorCtr="0" anchor="ctr" bIns="91425" lIns="182875" spcFirstLastPara="1" rIns="182875" wrap="square" tIns="91425">
            <a:noAutofit/>
          </a:bodyPr>
          <a:lstStyle/>
          <a:p>
            <a:pPr indent="0" lvl="0" marL="0" rtl="0" algn="ctr">
              <a:spcBef>
                <a:spcPts val="0"/>
              </a:spcBef>
              <a:spcAft>
                <a:spcPts val="0"/>
              </a:spcAft>
              <a:buNone/>
            </a:pPr>
            <a:r>
              <a:t/>
            </a:r>
            <a:endParaRPr sz="1600">
              <a:solidFill>
                <a:schemeClr val="dk1"/>
              </a:solidFill>
              <a:latin typeface="DM Sans Light"/>
              <a:ea typeface="DM Sans Light"/>
              <a:cs typeface="DM Sans Light"/>
              <a:sym typeface="DM Sans Light"/>
            </a:endParaRPr>
          </a:p>
        </p:txBody>
      </p:sp>
      <p:sp>
        <p:nvSpPr>
          <p:cNvPr id="172" name="Google Shape;172;p19"/>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173" name="Google Shape;173;p19"/>
          <p:cNvSpPr txBox="1"/>
          <p:nvPr>
            <p:ph idx="1" type="subTitle"/>
          </p:nvPr>
        </p:nvSpPr>
        <p:spPr>
          <a:xfrm flipH="1">
            <a:off x="-172350" y="1348072"/>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174" name="Google Shape;174;p19"/>
          <p:cNvSpPr txBox="1"/>
          <p:nvPr>
            <p:ph idx="2" type="subTitle"/>
          </p:nvPr>
        </p:nvSpPr>
        <p:spPr>
          <a:xfrm flipH="1">
            <a:off x="-172350" y="282919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175" name="Google Shape;175;p19"/>
          <p:cNvSpPr txBox="1"/>
          <p:nvPr>
            <p:ph idx="3" type="subTitle"/>
          </p:nvPr>
        </p:nvSpPr>
        <p:spPr>
          <a:xfrm flipH="1">
            <a:off x="-172350" y="4315497"/>
            <a:ext cx="1563900" cy="54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Font typeface="Della Respira"/>
              <a:buNone/>
              <a:defRPr b="1" sz="2800">
                <a:latin typeface="Della Respira"/>
                <a:ea typeface="Della Respira"/>
                <a:cs typeface="Della Respira"/>
                <a:sym typeface="Della Respira"/>
              </a:defRPr>
            </a:lvl1pPr>
            <a:lvl2pPr lvl="1">
              <a:spcBef>
                <a:spcPts val="0"/>
              </a:spcBef>
              <a:spcAft>
                <a:spcPts val="0"/>
              </a:spcAft>
              <a:buSzPts val="2800"/>
              <a:buFont typeface="Della Respira"/>
              <a:buNone/>
              <a:defRPr b="1" sz="2800">
                <a:latin typeface="Della Respira"/>
                <a:ea typeface="Della Respira"/>
                <a:cs typeface="Della Respira"/>
                <a:sym typeface="Della Respira"/>
              </a:defRPr>
            </a:lvl2pPr>
            <a:lvl3pPr lvl="2">
              <a:spcBef>
                <a:spcPts val="0"/>
              </a:spcBef>
              <a:spcAft>
                <a:spcPts val="0"/>
              </a:spcAft>
              <a:buSzPts val="2800"/>
              <a:buFont typeface="Della Respira"/>
              <a:buNone/>
              <a:defRPr b="1" sz="2800">
                <a:latin typeface="Della Respira"/>
                <a:ea typeface="Della Respira"/>
                <a:cs typeface="Della Respira"/>
                <a:sym typeface="Della Respira"/>
              </a:defRPr>
            </a:lvl3pPr>
            <a:lvl4pPr lvl="3">
              <a:spcBef>
                <a:spcPts val="0"/>
              </a:spcBef>
              <a:spcAft>
                <a:spcPts val="0"/>
              </a:spcAft>
              <a:buSzPts val="2800"/>
              <a:buFont typeface="Della Respira"/>
              <a:buNone/>
              <a:defRPr b="1" sz="2800">
                <a:latin typeface="Della Respira"/>
                <a:ea typeface="Della Respira"/>
                <a:cs typeface="Della Respira"/>
                <a:sym typeface="Della Respira"/>
              </a:defRPr>
            </a:lvl4pPr>
            <a:lvl5pPr lvl="4">
              <a:spcBef>
                <a:spcPts val="0"/>
              </a:spcBef>
              <a:spcAft>
                <a:spcPts val="0"/>
              </a:spcAft>
              <a:buSzPts val="2800"/>
              <a:buFont typeface="Della Respira"/>
              <a:buNone/>
              <a:defRPr b="1" sz="2800">
                <a:latin typeface="Della Respira"/>
                <a:ea typeface="Della Respira"/>
                <a:cs typeface="Della Respira"/>
                <a:sym typeface="Della Respira"/>
              </a:defRPr>
            </a:lvl5pPr>
            <a:lvl6pPr lvl="5">
              <a:spcBef>
                <a:spcPts val="0"/>
              </a:spcBef>
              <a:spcAft>
                <a:spcPts val="0"/>
              </a:spcAft>
              <a:buSzPts val="2800"/>
              <a:buFont typeface="Della Respira"/>
              <a:buNone/>
              <a:defRPr b="1" sz="2800">
                <a:latin typeface="Della Respira"/>
                <a:ea typeface="Della Respira"/>
                <a:cs typeface="Della Respira"/>
                <a:sym typeface="Della Respira"/>
              </a:defRPr>
            </a:lvl6pPr>
            <a:lvl7pPr lvl="6">
              <a:spcBef>
                <a:spcPts val="0"/>
              </a:spcBef>
              <a:spcAft>
                <a:spcPts val="0"/>
              </a:spcAft>
              <a:buSzPts val="2800"/>
              <a:buFont typeface="Della Respira"/>
              <a:buNone/>
              <a:defRPr b="1" sz="2800">
                <a:latin typeface="Della Respira"/>
                <a:ea typeface="Della Respira"/>
                <a:cs typeface="Della Respira"/>
                <a:sym typeface="Della Respira"/>
              </a:defRPr>
            </a:lvl7pPr>
            <a:lvl8pPr lvl="7">
              <a:spcBef>
                <a:spcPts val="0"/>
              </a:spcBef>
              <a:spcAft>
                <a:spcPts val="0"/>
              </a:spcAft>
              <a:buSzPts val="2800"/>
              <a:buFont typeface="Della Respira"/>
              <a:buNone/>
              <a:defRPr b="1" sz="2800">
                <a:latin typeface="Della Respira"/>
                <a:ea typeface="Della Respira"/>
                <a:cs typeface="Della Respira"/>
                <a:sym typeface="Della Respira"/>
              </a:defRPr>
            </a:lvl8pPr>
            <a:lvl9pPr lvl="8">
              <a:spcBef>
                <a:spcPts val="0"/>
              </a:spcBef>
              <a:spcAft>
                <a:spcPts val="0"/>
              </a:spcAft>
              <a:buSzPts val="2800"/>
              <a:buFont typeface="Della Respira"/>
              <a:buNone/>
              <a:defRPr b="1" sz="2800">
                <a:latin typeface="Della Respira"/>
                <a:ea typeface="Della Respira"/>
                <a:cs typeface="Della Respira"/>
                <a:sym typeface="Della Respira"/>
              </a:defRPr>
            </a:lvl9pPr>
          </a:lstStyle>
          <a:p/>
        </p:txBody>
      </p:sp>
      <p:sp>
        <p:nvSpPr>
          <p:cNvPr id="176" name="Google Shape;176;p19"/>
          <p:cNvSpPr txBox="1"/>
          <p:nvPr>
            <p:ph idx="4" type="body"/>
          </p:nvPr>
        </p:nvSpPr>
        <p:spPr>
          <a:xfrm>
            <a:off x="1134750" y="1348075"/>
            <a:ext cx="5434200" cy="130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177" name="Google Shape;177;p19"/>
          <p:cNvSpPr txBox="1"/>
          <p:nvPr>
            <p:ph idx="5" type="body"/>
          </p:nvPr>
        </p:nvSpPr>
        <p:spPr>
          <a:xfrm>
            <a:off x="1134750" y="2831788"/>
            <a:ext cx="5434200" cy="130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178" name="Google Shape;178;p19"/>
          <p:cNvSpPr txBox="1"/>
          <p:nvPr>
            <p:ph idx="6" type="body"/>
          </p:nvPr>
        </p:nvSpPr>
        <p:spPr>
          <a:xfrm>
            <a:off x="1134750" y="4310313"/>
            <a:ext cx="5434200" cy="5433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179" name="Google Shape;179;p19"/>
          <p:cNvSpPr/>
          <p:nvPr>
            <p:ph idx="7" type="pic"/>
          </p:nvPr>
        </p:nvSpPr>
        <p:spPr>
          <a:xfrm>
            <a:off x="6777400" y="1352225"/>
            <a:ext cx="2096400" cy="3510600"/>
          </a:xfrm>
          <a:prstGeom prst="roundRect">
            <a:avLst>
              <a:gd fmla="val 9180"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over">
  <p:cSld name="CUSTOM_15">
    <p:bg>
      <p:bgPr>
        <a:solidFill>
          <a:schemeClr val="dk2"/>
        </a:solidFill>
      </p:bgPr>
    </p:bg>
    <p:spTree>
      <p:nvGrpSpPr>
        <p:cNvPr id="180" name="Shape 180"/>
        <p:cNvGrpSpPr/>
        <p:nvPr/>
      </p:nvGrpSpPr>
      <p:grpSpPr>
        <a:xfrm>
          <a:off x="0" y="0"/>
          <a:ext cx="0" cy="0"/>
          <a:chOff x="0" y="0"/>
          <a:chExt cx="0" cy="0"/>
        </a:xfrm>
      </p:grpSpPr>
      <p:sp>
        <p:nvSpPr>
          <p:cNvPr id="181" name="Google Shape;181;p20"/>
          <p:cNvSpPr/>
          <p:nvPr>
            <p:ph idx="2" type="pic"/>
          </p:nvPr>
        </p:nvSpPr>
        <p:spPr>
          <a:xfrm>
            <a:off x="274950" y="284975"/>
            <a:ext cx="8598900" cy="1623300"/>
          </a:xfrm>
          <a:prstGeom prst="roundRect">
            <a:avLst>
              <a:gd fmla="val 14452" name="adj"/>
            </a:avLst>
          </a:prstGeom>
          <a:noFill/>
          <a:ln cap="flat" cmpd="sng" w="9525">
            <a:solidFill>
              <a:srgbClr val="000000"/>
            </a:solidFill>
            <a:prstDash val="solid"/>
            <a:round/>
            <a:headEnd len="sm" w="sm" type="none"/>
            <a:tailEnd len="sm" w="sm" type="none"/>
          </a:ln>
        </p:spPr>
      </p:sp>
      <p:sp>
        <p:nvSpPr>
          <p:cNvPr id="182" name="Google Shape;182;p20"/>
          <p:cNvSpPr/>
          <p:nvPr>
            <p:ph idx="3" type="pic"/>
          </p:nvPr>
        </p:nvSpPr>
        <p:spPr>
          <a:xfrm>
            <a:off x="274950" y="3235225"/>
            <a:ext cx="8598900" cy="1623300"/>
          </a:xfrm>
          <a:prstGeom prst="roundRect">
            <a:avLst>
              <a:gd fmla="val 14452" name="adj"/>
            </a:avLst>
          </a:prstGeom>
          <a:noFill/>
          <a:ln cap="flat" cmpd="sng" w="9525">
            <a:solidFill>
              <a:srgbClr val="000000"/>
            </a:solidFill>
            <a:prstDash val="solid"/>
            <a:round/>
            <a:headEnd len="sm" w="sm" type="none"/>
            <a:tailEnd len="sm" w="sm" type="none"/>
          </a:ln>
        </p:spPr>
      </p:sp>
      <p:sp>
        <p:nvSpPr>
          <p:cNvPr id="183" name="Google Shape;183;p20"/>
          <p:cNvSpPr/>
          <p:nvPr/>
        </p:nvSpPr>
        <p:spPr>
          <a:xfrm>
            <a:off x="274950" y="2144550"/>
            <a:ext cx="8598900" cy="854400"/>
          </a:xfrm>
          <a:prstGeom prst="roundRect">
            <a:avLst>
              <a:gd fmla="val 25275"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84" name="Google Shape;184;p20"/>
          <p:cNvSpPr txBox="1"/>
          <p:nvPr>
            <p:ph type="title"/>
          </p:nvPr>
        </p:nvSpPr>
        <p:spPr>
          <a:xfrm>
            <a:off x="272650" y="2189271"/>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over with Names">
  <p:cSld name="CUSTOM_15_1">
    <p:bg>
      <p:bgPr>
        <a:solidFill>
          <a:schemeClr val="lt2"/>
        </a:solidFill>
      </p:bgPr>
    </p:bg>
    <p:spTree>
      <p:nvGrpSpPr>
        <p:cNvPr id="185" name="Shape 185"/>
        <p:cNvGrpSpPr/>
        <p:nvPr/>
      </p:nvGrpSpPr>
      <p:grpSpPr>
        <a:xfrm>
          <a:off x="0" y="0"/>
          <a:ext cx="0" cy="0"/>
          <a:chOff x="0" y="0"/>
          <a:chExt cx="0" cy="0"/>
        </a:xfrm>
      </p:grpSpPr>
      <p:sp>
        <p:nvSpPr>
          <p:cNvPr id="186" name="Google Shape;186;p21"/>
          <p:cNvSpPr/>
          <p:nvPr>
            <p:ph idx="2" type="pic"/>
          </p:nvPr>
        </p:nvSpPr>
        <p:spPr>
          <a:xfrm>
            <a:off x="274950" y="3235225"/>
            <a:ext cx="4191900" cy="1623300"/>
          </a:xfrm>
          <a:prstGeom prst="roundRect">
            <a:avLst>
              <a:gd fmla="val 14452" name="adj"/>
            </a:avLst>
          </a:prstGeom>
          <a:noFill/>
          <a:ln cap="flat" cmpd="sng" w="9525">
            <a:solidFill>
              <a:srgbClr val="000000"/>
            </a:solidFill>
            <a:prstDash val="solid"/>
            <a:round/>
            <a:headEnd len="sm" w="sm" type="none"/>
            <a:tailEnd len="sm" w="sm" type="none"/>
          </a:ln>
        </p:spPr>
      </p:sp>
      <p:sp>
        <p:nvSpPr>
          <p:cNvPr id="187" name="Google Shape;187;p21"/>
          <p:cNvSpPr/>
          <p:nvPr/>
        </p:nvSpPr>
        <p:spPr>
          <a:xfrm>
            <a:off x="274950" y="2144550"/>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88" name="Google Shape;188;p21"/>
          <p:cNvSpPr/>
          <p:nvPr/>
        </p:nvSpPr>
        <p:spPr>
          <a:xfrm>
            <a:off x="4681900" y="3235222"/>
            <a:ext cx="4191900" cy="1623300"/>
          </a:xfrm>
          <a:prstGeom prst="roundRect">
            <a:avLst>
              <a:gd fmla="val 1692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5000"/>
              </a:lnSpc>
              <a:spcBef>
                <a:spcPts val="0"/>
              </a:spcBef>
              <a:spcAft>
                <a:spcPts val="0"/>
              </a:spcAft>
              <a:buNone/>
            </a:pPr>
            <a:r>
              <a:t/>
            </a:r>
            <a:endParaRPr b="1">
              <a:solidFill>
                <a:schemeClr val="dk1"/>
              </a:solidFill>
              <a:latin typeface="Della Respira"/>
              <a:ea typeface="Della Respira"/>
              <a:cs typeface="Della Respira"/>
              <a:sym typeface="Della Respira"/>
            </a:endParaRPr>
          </a:p>
        </p:txBody>
      </p:sp>
      <p:sp>
        <p:nvSpPr>
          <p:cNvPr id="189" name="Google Shape;189;p21"/>
          <p:cNvSpPr txBox="1"/>
          <p:nvPr>
            <p:ph type="title"/>
          </p:nvPr>
        </p:nvSpPr>
        <p:spPr>
          <a:xfrm>
            <a:off x="272650" y="2189271"/>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190" name="Google Shape;190;p21"/>
          <p:cNvSpPr txBox="1"/>
          <p:nvPr>
            <p:ph idx="1" type="subTitle"/>
          </p:nvPr>
        </p:nvSpPr>
        <p:spPr>
          <a:xfrm>
            <a:off x="4681900" y="3235225"/>
            <a:ext cx="4191900" cy="162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Font typeface="Della Respira"/>
              <a:buNone/>
              <a:defRPr sz="14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21"/>
          <p:cNvSpPr/>
          <p:nvPr>
            <p:ph idx="3" type="pic"/>
          </p:nvPr>
        </p:nvSpPr>
        <p:spPr>
          <a:xfrm>
            <a:off x="274950" y="284975"/>
            <a:ext cx="8598900" cy="1623300"/>
          </a:xfrm>
          <a:prstGeom prst="roundRect">
            <a:avLst>
              <a:gd fmla="val 14452"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solidFill>
          <a:schemeClr val="accent3"/>
        </a:solidFill>
      </p:bgPr>
    </p:bg>
    <p:spTree>
      <p:nvGrpSpPr>
        <p:cNvPr id="192" name="Shape 192"/>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p:cSld name="CUSTOM_17">
    <p:bg>
      <p:bgPr>
        <a:solidFill>
          <a:schemeClr val="lt2"/>
        </a:solidFill>
      </p:bgPr>
    </p:bg>
    <p:spTree>
      <p:nvGrpSpPr>
        <p:cNvPr id="193" name="Shape 193"/>
        <p:cNvGrpSpPr/>
        <p:nvPr/>
      </p:nvGrpSpPr>
      <p:grpSpPr>
        <a:xfrm>
          <a:off x="0" y="0"/>
          <a:ext cx="0" cy="0"/>
          <a:chOff x="0" y="0"/>
          <a:chExt cx="0" cy="0"/>
        </a:xfrm>
      </p:grpSpPr>
      <p:sp>
        <p:nvSpPr>
          <p:cNvPr id="194" name="Google Shape;194;p23"/>
          <p:cNvSpPr/>
          <p:nvPr/>
        </p:nvSpPr>
        <p:spPr>
          <a:xfrm>
            <a:off x="274950" y="1503221"/>
            <a:ext cx="8598900" cy="16212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195" name="Google Shape;195;p23"/>
          <p:cNvSpPr/>
          <p:nvPr/>
        </p:nvSpPr>
        <p:spPr>
          <a:xfrm>
            <a:off x="274950" y="3275914"/>
            <a:ext cx="8598900" cy="357000"/>
          </a:xfrm>
          <a:prstGeom prst="roundRect">
            <a:avLst>
              <a:gd fmla="val 3414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
              <a:latin typeface="Della Respira"/>
              <a:ea typeface="Della Respira"/>
              <a:cs typeface="Della Respira"/>
              <a:sym typeface="Della Respira"/>
            </a:endParaRPr>
          </a:p>
        </p:txBody>
      </p:sp>
      <p:sp>
        <p:nvSpPr>
          <p:cNvPr id="196" name="Google Shape;196;p23"/>
          <p:cNvSpPr txBox="1"/>
          <p:nvPr>
            <p:ph type="title"/>
          </p:nvPr>
        </p:nvSpPr>
        <p:spPr>
          <a:xfrm>
            <a:off x="274725" y="1531200"/>
            <a:ext cx="85989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97" name="Google Shape;197;p23"/>
          <p:cNvSpPr txBox="1"/>
          <p:nvPr>
            <p:ph idx="1" type="subTitle"/>
          </p:nvPr>
        </p:nvSpPr>
        <p:spPr>
          <a:xfrm>
            <a:off x="279625" y="3283263"/>
            <a:ext cx="8598900" cy="357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7_1">
    <p:spTree>
      <p:nvGrpSpPr>
        <p:cNvPr id="198" name="Shape 198"/>
        <p:cNvGrpSpPr/>
        <p:nvPr/>
      </p:nvGrpSpPr>
      <p:grpSpPr>
        <a:xfrm>
          <a:off x="0" y="0"/>
          <a:ext cx="0" cy="0"/>
          <a:chOff x="0" y="0"/>
          <a:chExt cx="0" cy="0"/>
        </a:xfrm>
      </p:grpSpPr>
      <p:sp>
        <p:nvSpPr>
          <p:cNvPr id="199" name="Google Shape;199;p24"/>
          <p:cNvSpPr/>
          <p:nvPr/>
        </p:nvSpPr>
        <p:spPr>
          <a:xfrm>
            <a:off x="274950" y="1503221"/>
            <a:ext cx="8598900" cy="1621200"/>
          </a:xfrm>
          <a:prstGeom prst="roundRect">
            <a:avLst>
              <a:gd fmla="val 16667" name="adj"/>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200" name="Google Shape;200;p24"/>
          <p:cNvSpPr txBox="1"/>
          <p:nvPr>
            <p:ph type="title"/>
          </p:nvPr>
        </p:nvSpPr>
        <p:spPr>
          <a:xfrm>
            <a:off x="339150" y="1531200"/>
            <a:ext cx="84705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8">
    <p:bg>
      <p:bgPr>
        <a:solidFill>
          <a:schemeClr val="lt2"/>
        </a:solidFill>
      </p:bgPr>
    </p:bg>
    <p:spTree>
      <p:nvGrpSpPr>
        <p:cNvPr id="201" name="Shape 201"/>
        <p:cNvGrpSpPr/>
        <p:nvPr/>
      </p:nvGrpSpPr>
      <p:grpSpPr>
        <a:xfrm>
          <a:off x="0" y="0"/>
          <a:ext cx="0" cy="0"/>
          <a:chOff x="0" y="0"/>
          <a:chExt cx="0" cy="0"/>
        </a:xfrm>
      </p:grpSpPr>
      <p:sp>
        <p:nvSpPr>
          <p:cNvPr id="202" name="Google Shape;202;p25"/>
          <p:cNvSpPr/>
          <p:nvPr/>
        </p:nvSpPr>
        <p:spPr>
          <a:xfrm>
            <a:off x="274950" y="1164975"/>
            <a:ext cx="6326700" cy="36936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03" name="Google Shape;203;p25"/>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04" name="Google Shape;204;p25"/>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205" name="Google Shape;205;p25"/>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0">
    <p:bg>
      <p:bgPr>
        <a:solidFill>
          <a:schemeClr val="dk2"/>
        </a:solidFill>
      </p:bgPr>
    </p:bg>
    <p:spTree>
      <p:nvGrpSpPr>
        <p:cNvPr id="206" name="Shape 206"/>
        <p:cNvGrpSpPr/>
        <p:nvPr/>
      </p:nvGrpSpPr>
      <p:grpSpPr>
        <a:xfrm>
          <a:off x="0" y="0"/>
          <a:ext cx="0" cy="0"/>
          <a:chOff x="0" y="0"/>
          <a:chExt cx="0" cy="0"/>
        </a:xfrm>
      </p:grpSpPr>
      <p:sp>
        <p:nvSpPr>
          <p:cNvPr id="207" name="Google Shape;207;p26"/>
          <p:cNvSpPr/>
          <p:nvPr/>
        </p:nvSpPr>
        <p:spPr>
          <a:xfrm>
            <a:off x="274950" y="1503221"/>
            <a:ext cx="8598900" cy="1621200"/>
          </a:xfrm>
          <a:prstGeom prst="roundRect">
            <a:avLst>
              <a:gd fmla="val 16667"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208" name="Google Shape;208;p26"/>
          <p:cNvSpPr txBox="1"/>
          <p:nvPr>
            <p:ph type="title"/>
          </p:nvPr>
        </p:nvSpPr>
        <p:spPr>
          <a:xfrm>
            <a:off x="339150" y="1531200"/>
            <a:ext cx="84705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21">
    <p:bg>
      <p:bgPr>
        <a:solidFill>
          <a:schemeClr val="lt2"/>
        </a:solidFill>
      </p:bgPr>
    </p:bg>
    <p:spTree>
      <p:nvGrpSpPr>
        <p:cNvPr id="209" name="Shape 209"/>
        <p:cNvGrpSpPr/>
        <p:nvPr/>
      </p:nvGrpSpPr>
      <p:grpSpPr>
        <a:xfrm>
          <a:off x="0" y="0"/>
          <a:ext cx="0" cy="0"/>
          <a:chOff x="0" y="0"/>
          <a:chExt cx="0" cy="0"/>
        </a:xfrm>
      </p:grpSpPr>
      <p:sp>
        <p:nvSpPr>
          <p:cNvPr id="210" name="Google Shape;210;p27"/>
          <p:cNvSpPr/>
          <p:nvPr/>
        </p:nvSpPr>
        <p:spPr>
          <a:xfrm>
            <a:off x="274950" y="1580175"/>
            <a:ext cx="6326700" cy="32784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11" name="Google Shape;211;p27"/>
          <p:cNvSpPr txBox="1"/>
          <p:nvPr>
            <p:ph idx="1" type="body"/>
          </p:nvPr>
        </p:nvSpPr>
        <p:spPr>
          <a:xfrm>
            <a:off x="545275" y="1703050"/>
            <a:ext cx="5795400" cy="29208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12" name="Google Shape;212;p27"/>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213" name="Google Shape;213;p27"/>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214" name="Google Shape;214;p27"/>
          <p:cNvSpPr/>
          <p:nvPr/>
        </p:nvSpPr>
        <p:spPr>
          <a:xfrm>
            <a:off x="274950" y="1102500"/>
            <a:ext cx="6326700" cy="357000"/>
          </a:xfrm>
          <a:prstGeom prst="roundRect">
            <a:avLst>
              <a:gd fmla="val 34148"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100">
              <a:latin typeface="Della Respira"/>
              <a:ea typeface="Della Respira"/>
              <a:cs typeface="Della Respira"/>
              <a:sym typeface="Della Respira"/>
            </a:endParaRPr>
          </a:p>
        </p:txBody>
      </p:sp>
      <p:sp>
        <p:nvSpPr>
          <p:cNvPr id="215" name="Google Shape;215;p27"/>
          <p:cNvSpPr txBox="1"/>
          <p:nvPr>
            <p:ph idx="2" type="subTitle"/>
          </p:nvPr>
        </p:nvSpPr>
        <p:spPr>
          <a:xfrm>
            <a:off x="327025" y="1109850"/>
            <a:ext cx="6231900" cy="357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22">
    <p:bg>
      <p:bgPr>
        <a:solidFill>
          <a:schemeClr val="lt2"/>
        </a:solidFill>
      </p:bgPr>
    </p:bg>
    <p:spTree>
      <p:nvGrpSpPr>
        <p:cNvPr id="216" name="Shape 216"/>
        <p:cNvGrpSpPr/>
        <p:nvPr/>
      </p:nvGrpSpPr>
      <p:grpSpPr>
        <a:xfrm>
          <a:off x="0" y="0"/>
          <a:ext cx="0" cy="0"/>
          <a:chOff x="0" y="0"/>
          <a:chExt cx="0" cy="0"/>
        </a:xfrm>
      </p:grpSpPr>
      <p:sp>
        <p:nvSpPr>
          <p:cNvPr id="217" name="Google Shape;217;p28"/>
          <p:cNvSpPr/>
          <p:nvPr/>
        </p:nvSpPr>
        <p:spPr>
          <a:xfrm>
            <a:off x="274950" y="1503221"/>
            <a:ext cx="8598900" cy="1621200"/>
          </a:xfrm>
          <a:prstGeom prst="roundRect">
            <a:avLst>
              <a:gd fmla="val 16667"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218" name="Google Shape;218;p28"/>
          <p:cNvSpPr txBox="1"/>
          <p:nvPr>
            <p:ph type="title"/>
          </p:nvPr>
        </p:nvSpPr>
        <p:spPr>
          <a:xfrm>
            <a:off x="339150" y="1531200"/>
            <a:ext cx="8470500" cy="159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CUSTOM_23">
    <p:spTree>
      <p:nvGrpSpPr>
        <p:cNvPr id="219" name="Shape 219"/>
        <p:cNvGrpSpPr/>
        <p:nvPr/>
      </p:nvGrpSpPr>
      <p:grpSpPr>
        <a:xfrm>
          <a:off x="0" y="0"/>
          <a:ext cx="0" cy="0"/>
          <a:chOff x="0" y="0"/>
          <a:chExt cx="0" cy="0"/>
        </a:xfrm>
      </p:grpSpPr>
      <p:sp>
        <p:nvSpPr>
          <p:cNvPr id="220" name="Google Shape;220;p29"/>
          <p:cNvSpPr/>
          <p:nvPr/>
        </p:nvSpPr>
        <p:spPr>
          <a:xfrm>
            <a:off x="273650" y="18291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221" name="Google Shape;221;p29"/>
          <p:cNvSpPr txBox="1"/>
          <p:nvPr>
            <p:ph type="title"/>
          </p:nvPr>
        </p:nvSpPr>
        <p:spPr>
          <a:xfrm>
            <a:off x="271350" y="18715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222" name="Google Shape;222;p29"/>
          <p:cNvSpPr/>
          <p:nvPr/>
        </p:nvSpPr>
        <p:spPr>
          <a:xfrm>
            <a:off x="273756" y="2887125"/>
            <a:ext cx="8598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23" name="Google Shape;223;p29"/>
          <p:cNvSpPr txBox="1"/>
          <p:nvPr>
            <p:ph idx="1" type="subTitle"/>
          </p:nvPr>
        </p:nvSpPr>
        <p:spPr>
          <a:xfrm>
            <a:off x="273650" y="2917550"/>
            <a:ext cx="8598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4">
    <p:bg>
      <p:bgPr>
        <a:solidFill>
          <a:schemeClr val="dk2"/>
        </a:solidFill>
      </p:bgPr>
    </p:bg>
    <p:spTree>
      <p:nvGrpSpPr>
        <p:cNvPr id="224" name="Shape 224"/>
        <p:cNvGrpSpPr/>
        <p:nvPr/>
      </p:nvGrpSpPr>
      <p:grpSpPr>
        <a:xfrm>
          <a:off x="0" y="0"/>
          <a:ext cx="0" cy="0"/>
          <a:chOff x="0" y="0"/>
          <a:chExt cx="0" cy="0"/>
        </a:xfrm>
      </p:grpSpPr>
      <p:sp>
        <p:nvSpPr>
          <p:cNvPr id="225" name="Google Shape;225;p30"/>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25">
    <p:spTree>
      <p:nvGrpSpPr>
        <p:cNvPr id="226" name="Shape 226"/>
        <p:cNvGrpSpPr/>
        <p:nvPr/>
      </p:nvGrpSpPr>
      <p:grpSpPr>
        <a:xfrm>
          <a:off x="0" y="0"/>
          <a:ext cx="0" cy="0"/>
          <a:chOff x="0" y="0"/>
          <a:chExt cx="0" cy="0"/>
        </a:xfrm>
      </p:grpSpPr>
      <p:sp>
        <p:nvSpPr>
          <p:cNvPr id="227" name="Google Shape;227;p31"/>
          <p:cNvSpPr txBox="1"/>
          <p:nvPr>
            <p:ph idx="1" type="body"/>
          </p:nvPr>
        </p:nvSpPr>
        <p:spPr>
          <a:xfrm>
            <a:off x="545275" y="1321275"/>
            <a:ext cx="5795400" cy="3306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28" name="Google Shape;228;p31"/>
          <p:cNvSpPr/>
          <p:nvPr/>
        </p:nvSpPr>
        <p:spPr>
          <a:xfrm>
            <a:off x="274950" y="284775"/>
            <a:ext cx="6326700" cy="70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55425">
            <a:noAutofit/>
          </a:bodyPr>
          <a:lstStyle/>
          <a:p>
            <a:pPr indent="0" lvl="0" marL="0" rtl="0" algn="ctr">
              <a:lnSpc>
                <a:spcPct val="90000"/>
              </a:lnSpc>
              <a:spcBef>
                <a:spcPts val="0"/>
              </a:spcBef>
              <a:spcAft>
                <a:spcPts val="0"/>
              </a:spcAft>
              <a:buNone/>
            </a:pPr>
            <a:r>
              <a:t/>
            </a:r>
            <a:endParaRPr sz="200"/>
          </a:p>
        </p:txBody>
      </p:sp>
      <p:sp>
        <p:nvSpPr>
          <p:cNvPr id="229" name="Google Shape;229;p31"/>
          <p:cNvSpPr txBox="1"/>
          <p:nvPr>
            <p:ph type="title"/>
          </p:nvPr>
        </p:nvSpPr>
        <p:spPr>
          <a:xfrm>
            <a:off x="274950" y="327125"/>
            <a:ext cx="6326700" cy="662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6">
    <p:spTree>
      <p:nvGrpSpPr>
        <p:cNvPr id="230" name="Shape 230"/>
        <p:cNvGrpSpPr/>
        <p:nvPr/>
      </p:nvGrpSpPr>
      <p:grpSpPr>
        <a:xfrm>
          <a:off x="0" y="0"/>
          <a:ext cx="0" cy="0"/>
          <a:chOff x="0" y="0"/>
          <a:chExt cx="0" cy="0"/>
        </a:xfrm>
      </p:grpSpPr>
      <p:sp>
        <p:nvSpPr>
          <p:cNvPr id="231" name="Google Shape;231;p32"/>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a:p>
        </p:txBody>
      </p:sp>
      <p:sp>
        <p:nvSpPr>
          <p:cNvPr id="232" name="Google Shape;232;p32"/>
          <p:cNvSpPr/>
          <p:nvPr/>
        </p:nvSpPr>
        <p:spPr>
          <a:xfrm>
            <a:off x="272650" y="1348125"/>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233" name="Google Shape;233;p32"/>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4200"/>
              <a:buFont typeface="Della Respira"/>
              <a:buNone/>
              <a:defRPr sz="4200"/>
            </a:lvl2pPr>
            <a:lvl3pPr lvl="2" algn="ctr">
              <a:spcBef>
                <a:spcPts val="0"/>
              </a:spcBef>
              <a:spcAft>
                <a:spcPts val="0"/>
              </a:spcAft>
              <a:buSzPts val="4200"/>
              <a:buFont typeface="Della Respira"/>
              <a:buNone/>
              <a:defRPr sz="4200"/>
            </a:lvl3pPr>
            <a:lvl4pPr lvl="3" algn="ctr">
              <a:spcBef>
                <a:spcPts val="0"/>
              </a:spcBef>
              <a:spcAft>
                <a:spcPts val="0"/>
              </a:spcAft>
              <a:buSzPts val="4200"/>
              <a:buFont typeface="Della Respira"/>
              <a:buNone/>
              <a:defRPr sz="4200"/>
            </a:lvl4pPr>
            <a:lvl5pPr lvl="4" algn="ctr">
              <a:spcBef>
                <a:spcPts val="0"/>
              </a:spcBef>
              <a:spcAft>
                <a:spcPts val="0"/>
              </a:spcAft>
              <a:buSzPts val="4200"/>
              <a:buFont typeface="Della Respira"/>
              <a:buNone/>
              <a:defRPr sz="4200"/>
            </a:lvl5pPr>
            <a:lvl6pPr lvl="5" algn="ctr">
              <a:spcBef>
                <a:spcPts val="0"/>
              </a:spcBef>
              <a:spcAft>
                <a:spcPts val="0"/>
              </a:spcAft>
              <a:buSzPts val="4200"/>
              <a:buFont typeface="Della Respira"/>
              <a:buNone/>
              <a:defRPr sz="4200"/>
            </a:lvl6pPr>
            <a:lvl7pPr lvl="6" algn="ctr">
              <a:spcBef>
                <a:spcPts val="0"/>
              </a:spcBef>
              <a:spcAft>
                <a:spcPts val="0"/>
              </a:spcAft>
              <a:buSzPts val="4200"/>
              <a:buFont typeface="Della Respira"/>
              <a:buNone/>
              <a:defRPr sz="4200"/>
            </a:lvl7pPr>
            <a:lvl8pPr lvl="7" algn="ctr">
              <a:spcBef>
                <a:spcPts val="0"/>
              </a:spcBef>
              <a:spcAft>
                <a:spcPts val="0"/>
              </a:spcAft>
              <a:buSzPts val="4200"/>
              <a:buFont typeface="Della Respira"/>
              <a:buNone/>
              <a:defRPr sz="4200"/>
            </a:lvl8pPr>
            <a:lvl9pPr lvl="8" algn="ctr">
              <a:spcBef>
                <a:spcPts val="0"/>
              </a:spcBef>
              <a:spcAft>
                <a:spcPts val="0"/>
              </a:spcAft>
              <a:buSzPts val="4200"/>
              <a:buFont typeface="Della Respira"/>
              <a:buNone/>
              <a:defRPr sz="4200"/>
            </a:lvl9pPr>
          </a:lstStyle>
          <a:p/>
        </p:txBody>
      </p:sp>
      <p:sp>
        <p:nvSpPr>
          <p:cNvPr id="234" name="Google Shape;234;p32"/>
          <p:cNvSpPr txBox="1"/>
          <p:nvPr>
            <p:ph idx="1" type="subTitle"/>
          </p:nvPr>
        </p:nvSpPr>
        <p:spPr>
          <a:xfrm>
            <a:off x="272650" y="1375155"/>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235" name="Google Shape;235;p32"/>
          <p:cNvSpPr/>
          <p:nvPr/>
        </p:nvSpPr>
        <p:spPr>
          <a:xfrm>
            <a:off x="272650" y="1964965"/>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236" name="Google Shape;236;p32"/>
          <p:cNvSpPr txBox="1"/>
          <p:nvPr>
            <p:ph idx="2" type="subTitle"/>
          </p:nvPr>
        </p:nvSpPr>
        <p:spPr>
          <a:xfrm>
            <a:off x="272650" y="1991995"/>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237" name="Google Shape;237;p32"/>
          <p:cNvSpPr/>
          <p:nvPr/>
        </p:nvSpPr>
        <p:spPr>
          <a:xfrm>
            <a:off x="272650" y="2581805"/>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238" name="Google Shape;238;p32"/>
          <p:cNvSpPr txBox="1"/>
          <p:nvPr>
            <p:ph idx="3" type="subTitle"/>
          </p:nvPr>
        </p:nvSpPr>
        <p:spPr>
          <a:xfrm>
            <a:off x="272650" y="260883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239" name="Google Shape;239;p32"/>
          <p:cNvSpPr/>
          <p:nvPr/>
        </p:nvSpPr>
        <p:spPr>
          <a:xfrm>
            <a:off x="272650" y="3198644"/>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240" name="Google Shape;240;p32"/>
          <p:cNvSpPr txBox="1"/>
          <p:nvPr>
            <p:ph idx="4" type="subTitle"/>
          </p:nvPr>
        </p:nvSpPr>
        <p:spPr>
          <a:xfrm>
            <a:off x="272650" y="322567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241" name="Google Shape;241;p32"/>
          <p:cNvSpPr/>
          <p:nvPr/>
        </p:nvSpPr>
        <p:spPr>
          <a:xfrm>
            <a:off x="272650" y="3815484"/>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242" name="Google Shape;242;p32"/>
          <p:cNvSpPr txBox="1"/>
          <p:nvPr>
            <p:ph idx="5" type="subTitle"/>
          </p:nvPr>
        </p:nvSpPr>
        <p:spPr>
          <a:xfrm>
            <a:off x="272650" y="384251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
        <p:nvSpPr>
          <p:cNvPr id="243" name="Google Shape;243;p32"/>
          <p:cNvSpPr/>
          <p:nvPr/>
        </p:nvSpPr>
        <p:spPr>
          <a:xfrm>
            <a:off x="272650" y="4432324"/>
            <a:ext cx="8601300" cy="509700"/>
          </a:xfrm>
          <a:prstGeom prst="roundRect">
            <a:avLst>
              <a:gd fmla="val 32052"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200">
              <a:latin typeface="DM Sans Light"/>
              <a:ea typeface="DM Sans Light"/>
              <a:cs typeface="DM Sans Light"/>
              <a:sym typeface="DM Sans Light"/>
            </a:endParaRPr>
          </a:p>
        </p:txBody>
      </p:sp>
      <p:sp>
        <p:nvSpPr>
          <p:cNvPr id="244" name="Google Shape;244;p32"/>
          <p:cNvSpPr txBox="1"/>
          <p:nvPr>
            <p:ph idx="6" type="subTitle"/>
          </p:nvPr>
        </p:nvSpPr>
        <p:spPr>
          <a:xfrm>
            <a:off x="272650" y="4459354"/>
            <a:ext cx="8601300" cy="474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200"/>
              <a:buFont typeface="Della Respira"/>
              <a:buNone/>
              <a:defRPr sz="2200">
                <a:latin typeface="Della Respira"/>
                <a:ea typeface="Della Respira"/>
                <a:cs typeface="Della Respira"/>
                <a:sym typeface="Della Respira"/>
              </a:defRPr>
            </a:lvl1pPr>
            <a:lvl2pPr lvl="1">
              <a:spcBef>
                <a:spcPts val="0"/>
              </a:spcBef>
              <a:spcAft>
                <a:spcPts val="0"/>
              </a:spcAft>
              <a:buSzPts val="2200"/>
              <a:buFont typeface="Della Respira"/>
              <a:buNone/>
              <a:defRPr sz="2200">
                <a:latin typeface="Della Respira"/>
                <a:ea typeface="Della Respira"/>
                <a:cs typeface="Della Respira"/>
                <a:sym typeface="Della Respira"/>
              </a:defRPr>
            </a:lvl2pPr>
            <a:lvl3pPr lvl="2">
              <a:spcBef>
                <a:spcPts val="0"/>
              </a:spcBef>
              <a:spcAft>
                <a:spcPts val="0"/>
              </a:spcAft>
              <a:buSzPts val="2200"/>
              <a:buFont typeface="Della Respira"/>
              <a:buNone/>
              <a:defRPr sz="2200">
                <a:latin typeface="Della Respira"/>
                <a:ea typeface="Della Respira"/>
                <a:cs typeface="Della Respira"/>
                <a:sym typeface="Della Respira"/>
              </a:defRPr>
            </a:lvl3pPr>
            <a:lvl4pPr lvl="3">
              <a:spcBef>
                <a:spcPts val="0"/>
              </a:spcBef>
              <a:spcAft>
                <a:spcPts val="0"/>
              </a:spcAft>
              <a:buSzPts val="2200"/>
              <a:buFont typeface="Della Respira"/>
              <a:buNone/>
              <a:defRPr sz="2200">
                <a:latin typeface="Della Respira"/>
                <a:ea typeface="Della Respira"/>
                <a:cs typeface="Della Respira"/>
                <a:sym typeface="Della Respira"/>
              </a:defRPr>
            </a:lvl4pPr>
            <a:lvl5pPr lvl="4">
              <a:spcBef>
                <a:spcPts val="0"/>
              </a:spcBef>
              <a:spcAft>
                <a:spcPts val="0"/>
              </a:spcAft>
              <a:buSzPts val="2200"/>
              <a:buFont typeface="Della Respira"/>
              <a:buNone/>
              <a:defRPr sz="2200">
                <a:latin typeface="Della Respira"/>
                <a:ea typeface="Della Respira"/>
                <a:cs typeface="Della Respira"/>
                <a:sym typeface="Della Respira"/>
              </a:defRPr>
            </a:lvl5pPr>
            <a:lvl6pPr lvl="5">
              <a:spcBef>
                <a:spcPts val="0"/>
              </a:spcBef>
              <a:spcAft>
                <a:spcPts val="0"/>
              </a:spcAft>
              <a:buSzPts val="2200"/>
              <a:buFont typeface="Della Respira"/>
              <a:buNone/>
              <a:defRPr sz="2200">
                <a:latin typeface="Della Respira"/>
                <a:ea typeface="Della Respira"/>
                <a:cs typeface="Della Respira"/>
                <a:sym typeface="Della Respira"/>
              </a:defRPr>
            </a:lvl6pPr>
            <a:lvl7pPr lvl="6">
              <a:spcBef>
                <a:spcPts val="0"/>
              </a:spcBef>
              <a:spcAft>
                <a:spcPts val="0"/>
              </a:spcAft>
              <a:buSzPts val="2200"/>
              <a:buFont typeface="Della Respira"/>
              <a:buNone/>
              <a:defRPr sz="2200">
                <a:latin typeface="Della Respira"/>
                <a:ea typeface="Della Respira"/>
                <a:cs typeface="Della Respira"/>
                <a:sym typeface="Della Respira"/>
              </a:defRPr>
            </a:lvl7pPr>
            <a:lvl8pPr lvl="7">
              <a:spcBef>
                <a:spcPts val="0"/>
              </a:spcBef>
              <a:spcAft>
                <a:spcPts val="0"/>
              </a:spcAft>
              <a:buSzPts val="2200"/>
              <a:buFont typeface="Della Respira"/>
              <a:buNone/>
              <a:defRPr sz="2200">
                <a:latin typeface="Della Respira"/>
                <a:ea typeface="Della Respira"/>
                <a:cs typeface="Della Respira"/>
                <a:sym typeface="Della Respira"/>
              </a:defRPr>
            </a:lvl8pPr>
            <a:lvl9pPr lvl="8">
              <a:spcBef>
                <a:spcPts val="0"/>
              </a:spcBef>
              <a:spcAft>
                <a:spcPts val="0"/>
              </a:spcAft>
              <a:buSzPts val="2200"/>
              <a:buFont typeface="Della Respira"/>
              <a:buNone/>
              <a:defRPr sz="2200">
                <a:latin typeface="Della Respira"/>
                <a:ea typeface="Della Respira"/>
                <a:cs typeface="Della Respira"/>
                <a:sym typeface="Della Respira"/>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27">
    <p:spTree>
      <p:nvGrpSpPr>
        <p:cNvPr id="245" name="Shape 245"/>
        <p:cNvGrpSpPr/>
        <p:nvPr/>
      </p:nvGrpSpPr>
      <p:grpSpPr>
        <a:xfrm>
          <a:off x="0" y="0"/>
          <a:ext cx="0" cy="0"/>
          <a:chOff x="0" y="0"/>
          <a:chExt cx="0" cy="0"/>
        </a:xfrm>
      </p:grpSpPr>
      <p:sp>
        <p:nvSpPr>
          <p:cNvPr id="246" name="Google Shape;246;p33"/>
          <p:cNvSpPr/>
          <p:nvPr/>
        </p:nvSpPr>
        <p:spPr>
          <a:xfrm>
            <a:off x="4672650" y="1348125"/>
            <a:ext cx="4201200" cy="3510600"/>
          </a:xfrm>
          <a:prstGeom prst="roundRect">
            <a:avLst>
              <a:gd fmla="val 5734"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47" name="Google Shape;247;p33"/>
          <p:cNvSpPr txBox="1"/>
          <p:nvPr>
            <p:ph idx="1" type="body"/>
          </p:nvPr>
        </p:nvSpPr>
        <p:spPr>
          <a:xfrm>
            <a:off x="4889250" y="1503725"/>
            <a:ext cx="3768000" cy="30132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48" name="Google Shape;248;p33"/>
          <p:cNvSpPr/>
          <p:nvPr>
            <p:ph idx="2" type="pic"/>
          </p:nvPr>
        </p:nvSpPr>
        <p:spPr>
          <a:xfrm>
            <a:off x="274950" y="1352225"/>
            <a:ext cx="4201200" cy="3510600"/>
          </a:xfrm>
          <a:prstGeom prst="roundRect">
            <a:avLst>
              <a:gd fmla="val 5298" name="adj"/>
            </a:avLst>
          </a:prstGeom>
          <a:noFill/>
          <a:ln cap="flat" cmpd="sng" w="9525">
            <a:solidFill>
              <a:srgbClr val="000000"/>
            </a:solidFill>
            <a:prstDash val="solid"/>
            <a:round/>
            <a:headEnd len="sm" w="sm" type="none"/>
            <a:tailEnd len="sm" w="sm" type="none"/>
          </a:ln>
        </p:spPr>
      </p:sp>
      <p:sp>
        <p:nvSpPr>
          <p:cNvPr id="249" name="Google Shape;249;p33"/>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250" name="Google Shape;250;p33"/>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28">
    <p:bg>
      <p:bgPr>
        <a:solidFill>
          <a:schemeClr val="lt2"/>
        </a:solidFill>
      </p:bgPr>
    </p:bg>
    <p:spTree>
      <p:nvGrpSpPr>
        <p:cNvPr id="251" name="Shape 251"/>
        <p:cNvGrpSpPr/>
        <p:nvPr/>
      </p:nvGrpSpPr>
      <p:grpSpPr>
        <a:xfrm>
          <a:off x="0" y="0"/>
          <a:ext cx="0" cy="0"/>
          <a:chOff x="0" y="0"/>
          <a:chExt cx="0" cy="0"/>
        </a:xfrm>
      </p:grpSpPr>
      <p:sp>
        <p:nvSpPr>
          <p:cNvPr id="252" name="Google Shape;252;p34"/>
          <p:cNvSpPr/>
          <p:nvPr/>
        </p:nvSpPr>
        <p:spPr>
          <a:xfrm>
            <a:off x="4672650" y="1945525"/>
            <a:ext cx="42012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53" name="Google Shape;253;p34"/>
          <p:cNvSpPr txBox="1"/>
          <p:nvPr>
            <p:ph idx="1" type="body"/>
          </p:nvPr>
        </p:nvSpPr>
        <p:spPr>
          <a:xfrm>
            <a:off x="4901050" y="2141437"/>
            <a:ext cx="37680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54" name="Google Shape;254;p34"/>
          <p:cNvSpPr/>
          <p:nvPr/>
        </p:nvSpPr>
        <p:spPr>
          <a:xfrm>
            <a:off x="274950" y="1945525"/>
            <a:ext cx="42012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55" name="Google Shape;255;p34"/>
          <p:cNvSpPr txBox="1"/>
          <p:nvPr>
            <p:ph idx="2" type="body"/>
          </p:nvPr>
        </p:nvSpPr>
        <p:spPr>
          <a:xfrm>
            <a:off x="503350" y="2141437"/>
            <a:ext cx="37680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56" name="Google Shape;256;p34"/>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257" name="Google Shape;257;p34"/>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258" name="Google Shape;258;p34"/>
          <p:cNvSpPr/>
          <p:nvPr/>
        </p:nvSpPr>
        <p:spPr>
          <a:xfrm>
            <a:off x="275100" y="1342725"/>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59" name="Google Shape;259;p34"/>
          <p:cNvSpPr txBox="1"/>
          <p:nvPr>
            <p:ph idx="3" type="subTitle"/>
          </p:nvPr>
        </p:nvSpPr>
        <p:spPr>
          <a:xfrm>
            <a:off x="274950" y="1373150"/>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260" name="Google Shape;260;p34"/>
          <p:cNvSpPr/>
          <p:nvPr/>
        </p:nvSpPr>
        <p:spPr>
          <a:xfrm>
            <a:off x="4672725" y="1342725"/>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61" name="Google Shape;261;p34"/>
          <p:cNvSpPr txBox="1"/>
          <p:nvPr>
            <p:ph idx="4" type="subTitle"/>
          </p:nvPr>
        </p:nvSpPr>
        <p:spPr>
          <a:xfrm>
            <a:off x="4672575" y="1373150"/>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9">
    <p:bg>
      <p:bgPr>
        <a:solidFill>
          <a:schemeClr val="lt2"/>
        </a:solidFill>
      </p:bgPr>
    </p:bg>
    <p:spTree>
      <p:nvGrpSpPr>
        <p:cNvPr id="262" name="Shape 262"/>
        <p:cNvGrpSpPr/>
        <p:nvPr/>
      </p:nvGrpSpPr>
      <p:grpSpPr>
        <a:xfrm>
          <a:off x="0" y="0"/>
          <a:ext cx="0" cy="0"/>
          <a:chOff x="0" y="0"/>
          <a:chExt cx="0" cy="0"/>
        </a:xfrm>
      </p:grpSpPr>
      <p:sp>
        <p:nvSpPr>
          <p:cNvPr id="263" name="Google Shape;263;p35"/>
          <p:cNvSpPr/>
          <p:nvPr/>
        </p:nvSpPr>
        <p:spPr>
          <a:xfrm>
            <a:off x="274950" y="1945525"/>
            <a:ext cx="27219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64" name="Google Shape;264;p35"/>
          <p:cNvSpPr txBox="1"/>
          <p:nvPr>
            <p:ph idx="1" type="body"/>
          </p:nvPr>
        </p:nvSpPr>
        <p:spPr>
          <a:xfrm>
            <a:off x="392094" y="2141437"/>
            <a:ext cx="24876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65" name="Google Shape;265;p35"/>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266" name="Google Shape;266;p35"/>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267" name="Google Shape;267;p35"/>
          <p:cNvSpPr/>
          <p:nvPr/>
        </p:nvSpPr>
        <p:spPr>
          <a:xfrm>
            <a:off x="275047" y="1342725"/>
            <a:ext cx="2721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68" name="Google Shape;268;p35"/>
          <p:cNvSpPr txBox="1"/>
          <p:nvPr>
            <p:ph idx="2" type="subTitle"/>
          </p:nvPr>
        </p:nvSpPr>
        <p:spPr>
          <a:xfrm>
            <a:off x="274950" y="1373150"/>
            <a:ext cx="2721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269" name="Google Shape;269;p35"/>
          <p:cNvSpPr/>
          <p:nvPr/>
        </p:nvSpPr>
        <p:spPr>
          <a:xfrm>
            <a:off x="3211000" y="1945525"/>
            <a:ext cx="27219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70" name="Google Shape;270;p35"/>
          <p:cNvSpPr txBox="1"/>
          <p:nvPr>
            <p:ph idx="3" type="body"/>
          </p:nvPr>
        </p:nvSpPr>
        <p:spPr>
          <a:xfrm>
            <a:off x="3328144" y="2141437"/>
            <a:ext cx="24876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71" name="Google Shape;271;p35"/>
          <p:cNvSpPr/>
          <p:nvPr/>
        </p:nvSpPr>
        <p:spPr>
          <a:xfrm>
            <a:off x="3211097" y="1342725"/>
            <a:ext cx="2721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72" name="Google Shape;272;p35"/>
          <p:cNvSpPr txBox="1"/>
          <p:nvPr>
            <p:ph idx="4" type="subTitle"/>
          </p:nvPr>
        </p:nvSpPr>
        <p:spPr>
          <a:xfrm>
            <a:off x="3211000" y="1373150"/>
            <a:ext cx="2721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273" name="Google Shape;273;p35"/>
          <p:cNvSpPr/>
          <p:nvPr/>
        </p:nvSpPr>
        <p:spPr>
          <a:xfrm>
            <a:off x="6147150" y="1945525"/>
            <a:ext cx="27219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74" name="Google Shape;274;p35"/>
          <p:cNvSpPr txBox="1"/>
          <p:nvPr>
            <p:ph idx="5" type="body"/>
          </p:nvPr>
        </p:nvSpPr>
        <p:spPr>
          <a:xfrm>
            <a:off x="6264294" y="2141437"/>
            <a:ext cx="2487600" cy="237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75" name="Google Shape;275;p35"/>
          <p:cNvSpPr/>
          <p:nvPr/>
        </p:nvSpPr>
        <p:spPr>
          <a:xfrm>
            <a:off x="6147247" y="1342725"/>
            <a:ext cx="27219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76" name="Google Shape;276;p35"/>
          <p:cNvSpPr txBox="1"/>
          <p:nvPr>
            <p:ph idx="6" type="subTitle"/>
          </p:nvPr>
        </p:nvSpPr>
        <p:spPr>
          <a:xfrm>
            <a:off x="6147150" y="1373150"/>
            <a:ext cx="27219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0">
    <p:bg>
      <p:bgPr>
        <a:solidFill>
          <a:schemeClr val="lt2"/>
        </a:solidFill>
      </p:bgPr>
    </p:bg>
    <p:spTree>
      <p:nvGrpSpPr>
        <p:cNvPr id="277" name="Shape 277"/>
        <p:cNvGrpSpPr/>
        <p:nvPr/>
      </p:nvGrpSpPr>
      <p:grpSpPr>
        <a:xfrm>
          <a:off x="0" y="0"/>
          <a:ext cx="0" cy="0"/>
          <a:chOff x="0" y="0"/>
          <a:chExt cx="0" cy="0"/>
        </a:xfrm>
      </p:grpSpPr>
      <p:sp>
        <p:nvSpPr>
          <p:cNvPr id="278" name="Google Shape;278;p36"/>
          <p:cNvSpPr/>
          <p:nvPr/>
        </p:nvSpPr>
        <p:spPr>
          <a:xfrm>
            <a:off x="274950"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79" name="Google Shape;279;p36"/>
          <p:cNvSpPr txBox="1"/>
          <p:nvPr>
            <p:ph idx="1" type="body"/>
          </p:nvPr>
        </p:nvSpPr>
        <p:spPr>
          <a:xfrm>
            <a:off x="363575"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80" name="Google Shape;280;p36"/>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281" name="Google Shape;281;p36"/>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282" name="Google Shape;282;p36"/>
          <p:cNvSpPr/>
          <p:nvPr/>
        </p:nvSpPr>
        <p:spPr>
          <a:xfrm>
            <a:off x="275024"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83" name="Google Shape;283;p36"/>
          <p:cNvSpPr txBox="1"/>
          <p:nvPr>
            <p:ph idx="2" type="subTitle"/>
          </p:nvPr>
        </p:nvSpPr>
        <p:spPr>
          <a:xfrm>
            <a:off x="274950"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284" name="Google Shape;284;p36"/>
          <p:cNvSpPr/>
          <p:nvPr/>
        </p:nvSpPr>
        <p:spPr>
          <a:xfrm>
            <a:off x="2454747"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85" name="Google Shape;285;p36"/>
          <p:cNvSpPr txBox="1"/>
          <p:nvPr>
            <p:ph idx="3" type="body"/>
          </p:nvPr>
        </p:nvSpPr>
        <p:spPr>
          <a:xfrm>
            <a:off x="2543370"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86" name="Google Shape;286;p36"/>
          <p:cNvSpPr/>
          <p:nvPr/>
        </p:nvSpPr>
        <p:spPr>
          <a:xfrm>
            <a:off x="2454820"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87" name="Google Shape;287;p36"/>
          <p:cNvSpPr txBox="1"/>
          <p:nvPr>
            <p:ph idx="4" type="subTitle"/>
          </p:nvPr>
        </p:nvSpPr>
        <p:spPr>
          <a:xfrm>
            <a:off x="2454747"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288" name="Google Shape;288;p36"/>
          <p:cNvSpPr/>
          <p:nvPr/>
        </p:nvSpPr>
        <p:spPr>
          <a:xfrm>
            <a:off x="4634609"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89" name="Google Shape;289;p36"/>
          <p:cNvSpPr txBox="1"/>
          <p:nvPr>
            <p:ph idx="5" type="body"/>
          </p:nvPr>
        </p:nvSpPr>
        <p:spPr>
          <a:xfrm>
            <a:off x="4723231"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90" name="Google Shape;290;p36"/>
          <p:cNvSpPr/>
          <p:nvPr/>
        </p:nvSpPr>
        <p:spPr>
          <a:xfrm>
            <a:off x="4634683"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91" name="Google Shape;291;p36"/>
          <p:cNvSpPr txBox="1"/>
          <p:nvPr>
            <p:ph idx="6" type="subTitle"/>
          </p:nvPr>
        </p:nvSpPr>
        <p:spPr>
          <a:xfrm>
            <a:off x="4634609"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292" name="Google Shape;292;p36"/>
          <p:cNvSpPr/>
          <p:nvPr/>
        </p:nvSpPr>
        <p:spPr>
          <a:xfrm>
            <a:off x="6814406" y="1945525"/>
            <a:ext cx="2059500" cy="29172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293" name="Google Shape;293;p36"/>
          <p:cNvSpPr txBox="1"/>
          <p:nvPr>
            <p:ph idx="7" type="body"/>
          </p:nvPr>
        </p:nvSpPr>
        <p:spPr>
          <a:xfrm>
            <a:off x="6903026" y="2098999"/>
            <a:ext cx="1881900" cy="26415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294" name="Google Shape;294;p36"/>
          <p:cNvSpPr/>
          <p:nvPr/>
        </p:nvSpPr>
        <p:spPr>
          <a:xfrm>
            <a:off x="6814480" y="1342725"/>
            <a:ext cx="20595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295" name="Google Shape;295;p36"/>
          <p:cNvSpPr txBox="1"/>
          <p:nvPr>
            <p:ph idx="8" type="subTitle"/>
          </p:nvPr>
        </p:nvSpPr>
        <p:spPr>
          <a:xfrm>
            <a:off x="6814406" y="1373150"/>
            <a:ext cx="20595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Image">
  <p:cSld name="CUSTOM_31">
    <p:spTree>
      <p:nvGrpSpPr>
        <p:cNvPr id="296" name="Shape 296"/>
        <p:cNvGrpSpPr/>
        <p:nvPr/>
      </p:nvGrpSpPr>
      <p:grpSpPr>
        <a:xfrm>
          <a:off x="0" y="0"/>
          <a:ext cx="0" cy="0"/>
          <a:chOff x="0" y="0"/>
          <a:chExt cx="0" cy="0"/>
        </a:xfrm>
      </p:grpSpPr>
      <p:sp>
        <p:nvSpPr>
          <p:cNvPr id="297" name="Google Shape;297;p37"/>
          <p:cNvSpPr/>
          <p:nvPr>
            <p:ph idx="2" type="pic"/>
          </p:nvPr>
        </p:nvSpPr>
        <p:spPr>
          <a:xfrm>
            <a:off x="274950" y="1352225"/>
            <a:ext cx="8598900" cy="3510600"/>
          </a:xfrm>
          <a:prstGeom prst="roundRect">
            <a:avLst>
              <a:gd fmla="val 5298" name="adj"/>
            </a:avLst>
          </a:prstGeom>
          <a:noFill/>
          <a:ln cap="flat" cmpd="sng" w="9525">
            <a:solidFill>
              <a:srgbClr val="000000"/>
            </a:solidFill>
            <a:prstDash val="solid"/>
            <a:round/>
            <a:headEnd len="sm" w="sm" type="none"/>
            <a:tailEnd len="sm" w="sm" type="none"/>
          </a:ln>
        </p:spPr>
      </p:sp>
      <p:sp>
        <p:nvSpPr>
          <p:cNvPr id="298" name="Google Shape;298;p37"/>
          <p:cNvSpPr/>
          <p:nvPr/>
        </p:nvSpPr>
        <p:spPr>
          <a:xfrm>
            <a:off x="274950" y="284775"/>
            <a:ext cx="8598900" cy="854400"/>
          </a:xfrm>
          <a:prstGeom prst="roundRect">
            <a:avLst>
              <a:gd fmla="val 25275" name="adj"/>
            </a:avLst>
          </a:pr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299" name="Google Shape;299;p37"/>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32">
    <p:bg>
      <p:bgPr>
        <a:solidFill>
          <a:schemeClr val="dk2"/>
        </a:solidFill>
      </p:bgPr>
    </p:bg>
    <p:spTree>
      <p:nvGrpSpPr>
        <p:cNvPr id="300" name="Shape 300"/>
        <p:cNvGrpSpPr/>
        <p:nvPr/>
      </p:nvGrpSpPr>
      <p:grpSpPr>
        <a:xfrm>
          <a:off x="0" y="0"/>
          <a:ext cx="0" cy="0"/>
          <a:chOff x="0" y="0"/>
          <a:chExt cx="0" cy="0"/>
        </a:xfrm>
      </p:grpSpPr>
      <p:sp>
        <p:nvSpPr>
          <p:cNvPr id="301" name="Google Shape;301;p38"/>
          <p:cNvSpPr/>
          <p:nvPr/>
        </p:nvSpPr>
        <p:spPr>
          <a:xfrm>
            <a:off x="4672650" y="3723950"/>
            <a:ext cx="42012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302" name="Google Shape;302;p38"/>
          <p:cNvSpPr/>
          <p:nvPr/>
        </p:nvSpPr>
        <p:spPr>
          <a:xfrm>
            <a:off x="274950" y="3723950"/>
            <a:ext cx="42012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303" name="Google Shape;303;p38"/>
          <p:cNvSpPr txBox="1"/>
          <p:nvPr>
            <p:ph idx="1" type="body"/>
          </p:nvPr>
        </p:nvSpPr>
        <p:spPr>
          <a:xfrm>
            <a:off x="392400" y="3829313"/>
            <a:ext cx="39876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04" name="Google Shape;304;p38"/>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305" name="Google Shape;305;p38"/>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306" name="Google Shape;306;p38"/>
          <p:cNvSpPr/>
          <p:nvPr/>
        </p:nvSpPr>
        <p:spPr>
          <a:xfrm>
            <a:off x="275100" y="1279100"/>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07" name="Google Shape;307;p38"/>
          <p:cNvSpPr txBox="1"/>
          <p:nvPr>
            <p:ph idx="2" type="subTitle"/>
          </p:nvPr>
        </p:nvSpPr>
        <p:spPr>
          <a:xfrm>
            <a:off x="274950" y="1309525"/>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08" name="Google Shape;308;p38"/>
          <p:cNvSpPr/>
          <p:nvPr/>
        </p:nvSpPr>
        <p:spPr>
          <a:xfrm>
            <a:off x="4672725" y="1279100"/>
            <a:ext cx="42012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09" name="Google Shape;309;p38"/>
          <p:cNvSpPr txBox="1"/>
          <p:nvPr>
            <p:ph idx="3" type="subTitle"/>
          </p:nvPr>
        </p:nvSpPr>
        <p:spPr>
          <a:xfrm>
            <a:off x="4672575" y="1309525"/>
            <a:ext cx="42012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10" name="Google Shape;310;p38"/>
          <p:cNvSpPr/>
          <p:nvPr>
            <p:ph idx="4" type="pic"/>
          </p:nvPr>
        </p:nvSpPr>
        <p:spPr>
          <a:xfrm>
            <a:off x="274950" y="1822175"/>
            <a:ext cx="4201200" cy="1785900"/>
          </a:xfrm>
          <a:prstGeom prst="roundRect">
            <a:avLst>
              <a:gd fmla="val 5298" name="adj"/>
            </a:avLst>
          </a:prstGeom>
          <a:noFill/>
          <a:ln cap="flat" cmpd="sng" w="9525">
            <a:solidFill>
              <a:srgbClr val="000000"/>
            </a:solidFill>
            <a:prstDash val="solid"/>
            <a:round/>
            <a:headEnd len="sm" w="sm" type="none"/>
            <a:tailEnd len="sm" w="sm" type="none"/>
          </a:ln>
        </p:spPr>
      </p:sp>
      <p:sp>
        <p:nvSpPr>
          <p:cNvPr id="311" name="Google Shape;311;p38"/>
          <p:cNvSpPr txBox="1"/>
          <p:nvPr>
            <p:ph idx="5" type="body"/>
          </p:nvPr>
        </p:nvSpPr>
        <p:spPr>
          <a:xfrm>
            <a:off x="4779375" y="3829313"/>
            <a:ext cx="39876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12" name="Google Shape;312;p38"/>
          <p:cNvSpPr/>
          <p:nvPr>
            <p:ph idx="6" type="pic"/>
          </p:nvPr>
        </p:nvSpPr>
        <p:spPr>
          <a:xfrm>
            <a:off x="4672575" y="1822175"/>
            <a:ext cx="4201200" cy="1785900"/>
          </a:xfrm>
          <a:prstGeom prst="roundRect">
            <a:avLst>
              <a:gd fmla="val 5298"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33">
    <p:bg>
      <p:bgPr>
        <a:solidFill>
          <a:schemeClr val="dk2"/>
        </a:solidFill>
      </p:bgPr>
    </p:bg>
    <p:spTree>
      <p:nvGrpSpPr>
        <p:cNvPr id="313" name="Shape 313"/>
        <p:cNvGrpSpPr/>
        <p:nvPr/>
      </p:nvGrpSpPr>
      <p:grpSpPr>
        <a:xfrm>
          <a:off x="0" y="0"/>
          <a:ext cx="0" cy="0"/>
          <a:chOff x="0" y="0"/>
          <a:chExt cx="0" cy="0"/>
        </a:xfrm>
      </p:grpSpPr>
      <p:sp>
        <p:nvSpPr>
          <p:cNvPr id="314" name="Google Shape;314;p39"/>
          <p:cNvSpPr/>
          <p:nvPr/>
        </p:nvSpPr>
        <p:spPr>
          <a:xfrm>
            <a:off x="3185399" y="3723950"/>
            <a:ext cx="27804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315" name="Google Shape;315;p39"/>
          <p:cNvSpPr/>
          <p:nvPr/>
        </p:nvSpPr>
        <p:spPr>
          <a:xfrm>
            <a:off x="274950" y="3723950"/>
            <a:ext cx="27804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316" name="Google Shape;316;p39"/>
          <p:cNvSpPr txBox="1"/>
          <p:nvPr>
            <p:ph idx="1" type="body"/>
          </p:nvPr>
        </p:nvSpPr>
        <p:spPr>
          <a:xfrm>
            <a:off x="352680" y="3829313"/>
            <a:ext cx="26391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17" name="Google Shape;317;p39"/>
          <p:cNvSpPr/>
          <p:nvPr/>
        </p:nvSpPr>
        <p:spPr>
          <a:xfrm>
            <a:off x="274950" y="284775"/>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318" name="Google Shape;318;p39"/>
          <p:cNvSpPr txBox="1"/>
          <p:nvPr>
            <p:ph type="title"/>
          </p:nvPr>
        </p:nvSpPr>
        <p:spPr>
          <a:xfrm>
            <a:off x="272650" y="327115"/>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319" name="Google Shape;319;p39"/>
          <p:cNvSpPr/>
          <p:nvPr/>
        </p:nvSpPr>
        <p:spPr>
          <a:xfrm>
            <a:off x="275049" y="1279100"/>
            <a:ext cx="27804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20" name="Google Shape;320;p39"/>
          <p:cNvSpPr txBox="1"/>
          <p:nvPr>
            <p:ph idx="2" type="subTitle"/>
          </p:nvPr>
        </p:nvSpPr>
        <p:spPr>
          <a:xfrm>
            <a:off x="274950" y="1309525"/>
            <a:ext cx="27804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21" name="Google Shape;321;p39"/>
          <p:cNvSpPr/>
          <p:nvPr/>
        </p:nvSpPr>
        <p:spPr>
          <a:xfrm>
            <a:off x="3185449" y="1279100"/>
            <a:ext cx="27804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22" name="Google Shape;322;p39"/>
          <p:cNvSpPr txBox="1"/>
          <p:nvPr>
            <p:ph idx="3" type="subTitle"/>
          </p:nvPr>
        </p:nvSpPr>
        <p:spPr>
          <a:xfrm>
            <a:off x="3185350" y="1309525"/>
            <a:ext cx="27804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23" name="Google Shape;323;p39"/>
          <p:cNvSpPr/>
          <p:nvPr>
            <p:ph idx="4" type="pic"/>
          </p:nvPr>
        </p:nvSpPr>
        <p:spPr>
          <a:xfrm>
            <a:off x="274950" y="1822175"/>
            <a:ext cx="2780400" cy="1785900"/>
          </a:xfrm>
          <a:prstGeom prst="roundRect">
            <a:avLst>
              <a:gd fmla="val 5298" name="adj"/>
            </a:avLst>
          </a:prstGeom>
          <a:noFill/>
          <a:ln cap="flat" cmpd="sng" w="9525">
            <a:solidFill>
              <a:srgbClr val="000000"/>
            </a:solidFill>
            <a:prstDash val="solid"/>
            <a:round/>
            <a:headEnd len="sm" w="sm" type="none"/>
            <a:tailEnd len="sm" w="sm" type="none"/>
          </a:ln>
        </p:spPr>
      </p:sp>
      <p:sp>
        <p:nvSpPr>
          <p:cNvPr id="324" name="Google Shape;324;p39"/>
          <p:cNvSpPr txBox="1"/>
          <p:nvPr>
            <p:ph idx="5" type="body"/>
          </p:nvPr>
        </p:nvSpPr>
        <p:spPr>
          <a:xfrm>
            <a:off x="3256031" y="3829313"/>
            <a:ext cx="26391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25" name="Google Shape;325;p39"/>
          <p:cNvSpPr/>
          <p:nvPr>
            <p:ph idx="6" type="pic"/>
          </p:nvPr>
        </p:nvSpPr>
        <p:spPr>
          <a:xfrm>
            <a:off x="3185350" y="1822175"/>
            <a:ext cx="2780400" cy="1785900"/>
          </a:xfrm>
          <a:prstGeom prst="roundRect">
            <a:avLst>
              <a:gd fmla="val 5298" name="adj"/>
            </a:avLst>
          </a:prstGeom>
          <a:noFill/>
          <a:ln cap="flat" cmpd="sng" w="9525">
            <a:solidFill>
              <a:srgbClr val="000000"/>
            </a:solidFill>
            <a:prstDash val="solid"/>
            <a:round/>
            <a:headEnd len="sm" w="sm" type="none"/>
            <a:tailEnd len="sm" w="sm" type="none"/>
          </a:ln>
        </p:spPr>
      </p:sp>
      <p:sp>
        <p:nvSpPr>
          <p:cNvPr id="326" name="Google Shape;326;p39"/>
          <p:cNvSpPr/>
          <p:nvPr/>
        </p:nvSpPr>
        <p:spPr>
          <a:xfrm>
            <a:off x="6095809" y="3723950"/>
            <a:ext cx="2780400" cy="1128900"/>
          </a:xfrm>
          <a:prstGeom prst="roundRect">
            <a:avLst>
              <a:gd fmla="val 5734"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600"/>
          </a:p>
        </p:txBody>
      </p:sp>
      <p:sp>
        <p:nvSpPr>
          <p:cNvPr id="327" name="Google Shape;327;p39"/>
          <p:cNvSpPr/>
          <p:nvPr/>
        </p:nvSpPr>
        <p:spPr>
          <a:xfrm>
            <a:off x="6095859" y="1279100"/>
            <a:ext cx="2780400" cy="427200"/>
          </a:xfrm>
          <a:prstGeom prst="roundRect">
            <a:avLst>
              <a:gd fmla="val 28253" name="adj"/>
            </a:avLst>
          </a:pr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t/>
            </a:r>
            <a:endParaRPr sz="600"/>
          </a:p>
        </p:txBody>
      </p:sp>
      <p:sp>
        <p:nvSpPr>
          <p:cNvPr id="328" name="Google Shape;328;p39"/>
          <p:cNvSpPr txBox="1"/>
          <p:nvPr>
            <p:ph idx="7" type="subTitle"/>
          </p:nvPr>
        </p:nvSpPr>
        <p:spPr>
          <a:xfrm>
            <a:off x="6095760" y="1309525"/>
            <a:ext cx="2780400" cy="34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
              <a:buFont typeface="Della Respira"/>
              <a:buNone/>
              <a:defRPr sz="1300">
                <a:latin typeface="Della Respira"/>
                <a:ea typeface="Della Respira"/>
                <a:cs typeface="Della Respira"/>
                <a:sym typeface="Della Respira"/>
              </a:defRPr>
            </a:lvl1pPr>
            <a:lvl2pPr lvl="1" algn="ctr">
              <a:spcBef>
                <a:spcPts val="0"/>
              </a:spcBef>
              <a:spcAft>
                <a:spcPts val="0"/>
              </a:spcAft>
              <a:buSzPts val="1300"/>
              <a:buFont typeface="Della Respira"/>
              <a:buNone/>
              <a:defRPr sz="1300">
                <a:latin typeface="Della Respira"/>
                <a:ea typeface="Della Respira"/>
                <a:cs typeface="Della Respira"/>
                <a:sym typeface="Della Respira"/>
              </a:defRPr>
            </a:lvl2pPr>
            <a:lvl3pPr lvl="2" algn="ctr">
              <a:spcBef>
                <a:spcPts val="0"/>
              </a:spcBef>
              <a:spcAft>
                <a:spcPts val="0"/>
              </a:spcAft>
              <a:buSzPts val="1300"/>
              <a:buFont typeface="Della Respira"/>
              <a:buNone/>
              <a:defRPr sz="1300">
                <a:latin typeface="Della Respira"/>
                <a:ea typeface="Della Respira"/>
                <a:cs typeface="Della Respira"/>
                <a:sym typeface="Della Respira"/>
              </a:defRPr>
            </a:lvl3pPr>
            <a:lvl4pPr lvl="3" algn="ctr">
              <a:spcBef>
                <a:spcPts val="0"/>
              </a:spcBef>
              <a:spcAft>
                <a:spcPts val="0"/>
              </a:spcAft>
              <a:buSzPts val="1300"/>
              <a:buFont typeface="Della Respira"/>
              <a:buNone/>
              <a:defRPr sz="1300">
                <a:latin typeface="Della Respira"/>
                <a:ea typeface="Della Respira"/>
                <a:cs typeface="Della Respira"/>
                <a:sym typeface="Della Respira"/>
              </a:defRPr>
            </a:lvl4pPr>
            <a:lvl5pPr lvl="4" algn="ctr">
              <a:spcBef>
                <a:spcPts val="0"/>
              </a:spcBef>
              <a:spcAft>
                <a:spcPts val="0"/>
              </a:spcAft>
              <a:buSzPts val="1300"/>
              <a:buFont typeface="Della Respira"/>
              <a:buNone/>
              <a:defRPr sz="1300">
                <a:latin typeface="Della Respira"/>
                <a:ea typeface="Della Respira"/>
                <a:cs typeface="Della Respira"/>
                <a:sym typeface="Della Respira"/>
              </a:defRPr>
            </a:lvl5pPr>
            <a:lvl6pPr lvl="5" algn="ctr">
              <a:spcBef>
                <a:spcPts val="0"/>
              </a:spcBef>
              <a:spcAft>
                <a:spcPts val="0"/>
              </a:spcAft>
              <a:buSzPts val="1300"/>
              <a:buFont typeface="Della Respira"/>
              <a:buNone/>
              <a:defRPr sz="1300">
                <a:latin typeface="Della Respira"/>
                <a:ea typeface="Della Respira"/>
                <a:cs typeface="Della Respira"/>
                <a:sym typeface="Della Respira"/>
              </a:defRPr>
            </a:lvl6pPr>
            <a:lvl7pPr lvl="6" algn="ctr">
              <a:spcBef>
                <a:spcPts val="0"/>
              </a:spcBef>
              <a:spcAft>
                <a:spcPts val="0"/>
              </a:spcAft>
              <a:buSzPts val="1300"/>
              <a:buFont typeface="Della Respira"/>
              <a:buNone/>
              <a:defRPr sz="1300">
                <a:latin typeface="Della Respira"/>
                <a:ea typeface="Della Respira"/>
                <a:cs typeface="Della Respira"/>
                <a:sym typeface="Della Respira"/>
              </a:defRPr>
            </a:lvl7pPr>
            <a:lvl8pPr lvl="7" algn="ctr">
              <a:spcBef>
                <a:spcPts val="0"/>
              </a:spcBef>
              <a:spcAft>
                <a:spcPts val="0"/>
              </a:spcAft>
              <a:buSzPts val="1300"/>
              <a:buFont typeface="Della Respira"/>
              <a:buNone/>
              <a:defRPr sz="1300">
                <a:latin typeface="Della Respira"/>
                <a:ea typeface="Della Respira"/>
                <a:cs typeface="Della Respira"/>
                <a:sym typeface="Della Respira"/>
              </a:defRPr>
            </a:lvl8pPr>
            <a:lvl9pPr lvl="8" algn="ctr">
              <a:spcBef>
                <a:spcPts val="0"/>
              </a:spcBef>
              <a:spcAft>
                <a:spcPts val="0"/>
              </a:spcAft>
              <a:buSzPts val="1300"/>
              <a:buFont typeface="Della Respira"/>
              <a:buNone/>
              <a:defRPr sz="1300">
                <a:latin typeface="Della Respira"/>
                <a:ea typeface="Della Respira"/>
                <a:cs typeface="Della Respira"/>
                <a:sym typeface="Della Respira"/>
              </a:defRPr>
            </a:lvl9pPr>
          </a:lstStyle>
          <a:p/>
        </p:txBody>
      </p:sp>
      <p:sp>
        <p:nvSpPr>
          <p:cNvPr id="329" name="Google Shape;329;p39"/>
          <p:cNvSpPr txBox="1"/>
          <p:nvPr>
            <p:ph idx="8" type="body"/>
          </p:nvPr>
        </p:nvSpPr>
        <p:spPr>
          <a:xfrm>
            <a:off x="6166441" y="3829313"/>
            <a:ext cx="2639100" cy="9180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30" name="Google Shape;330;p39"/>
          <p:cNvSpPr/>
          <p:nvPr>
            <p:ph idx="9" type="pic"/>
          </p:nvPr>
        </p:nvSpPr>
        <p:spPr>
          <a:xfrm>
            <a:off x="6095760" y="1822175"/>
            <a:ext cx="2780400" cy="1785900"/>
          </a:xfrm>
          <a:prstGeom prst="roundRect">
            <a:avLst>
              <a:gd fmla="val 5298"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34">
    <p:spTree>
      <p:nvGrpSpPr>
        <p:cNvPr id="331" name="Shape 331"/>
        <p:cNvGrpSpPr/>
        <p:nvPr/>
      </p:nvGrpSpPr>
      <p:grpSpPr>
        <a:xfrm>
          <a:off x="0" y="0"/>
          <a:ext cx="0" cy="0"/>
          <a:chOff x="0" y="0"/>
          <a:chExt cx="0" cy="0"/>
        </a:xfrm>
      </p:grpSpPr>
      <p:sp>
        <p:nvSpPr>
          <p:cNvPr id="332" name="Google Shape;332;p40"/>
          <p:cNvSpPr/>
          <p:nvPr>
            <p:ph idx="2" type="pic"/>
          </p:nvPr>
        </p:nvSpPr>
        <p:spPr>
          <a:xfrm>
            <a:off x="274950" y="273750"/>
            <a:ext cx="8598900" cy="4596000"/>
          </a:xfrm>
          <a:prstGeom prst="roundRect">
            <a:avLst>
              <a:gd fmla="val 5298"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35">
    <p:spTree>
      <p:nvGrpSpPr>
        <p:cNvPr id="333" name="Shape 333"/>
        <p:cNvGrpSpPr/>
        <p:nvPr/>
      </p:nvGrpSpPr>
      <p:grpSpPr>
        <a:xfrm>
          <a:off x="0" y="0"/>
          <a:ext cx="0" cy="0"/>
          <a:chOff x="0" y="0"/>
          <a:chExt cx="0" cy="0"/>
        </a:xfrm>
      </p:grpSpPr>
      <p:sp>
        <p:nvSpPr>
          <p:cNvPr id="334" name="Google Shape;334;p41"/>
          <p:cNvSpPr/>
          <p:nvPr>
            <p:ph idx="2" type="pic"/>
          </p:nvPr>
        </p:nvSpPr>
        <p:spPr>
          <a:xfrm>
            <a:off x="7186900" y="1350138"/>
            <a:ext cx="1685700" cy="3510600"/>
          </a:xfrm>
          <a:prstGeom prst="roundRect">
            <a:avLst>
              <a:gd fmla="val 9180" name="adj"/>
            </a:avLst>
          </a:prstGeom>
          <a:noFill/>
          <a:ln cap="flat" cmpd="sng" w="9525">
            <a:solidFill>
              <a:srgbClr val="000000"/>
            </a:solidFill>
            <a:prstDash val="solid"/>
            <a:round/>
            <a:headEnd len="sm" w="sm" type="none"/>
            <a:tailEnd len="sm" w="sm" type="none"/>
          </a:ln>
        </p:spPr>
      </p:sp>
      <p:sp>
        <p:nvSpPr>
          <p:cNvPr id="335" name="Google Shape;335;p41"/>
          <p:cNvSpPr/>
          <p:nvPr/>
        </p:nvSpPr>
        <p:spPr>
          <a:xfrm>
            <a:off x="273650" y="282688"/>
            <a:ext cx="8598900" cy="854400"/>
          </a:xfrm>
          <a:prstGeom prst="roundRect">
            <a:avLst>
              <a:gd fmla="val 25275" name="adj"/>
            </a:avLst>
          </a:pr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90000"/>
              </a:lnSpc>
              <a:spcBef>
                <a:spcPts val="0"/>
              </a:spcBef>
              <a:spcAft>
                <a:spcPts val="0"/>
              </a:spcAft>
              <a:buNone/>
            </a:pPr>
            <a:r>
              <a:t/>
            </a:r>
            <a:endParaRPr sz="700"/>
          </a:p>
        </p:txBody>
      </p:sp>
      <p:sp>
        <p:nvSpPr>
          <p:cNvPr id="336" name="Google Shape;336;p41"/>
          <p:cNvSpPr txBox="1"/>
          <p:nvPr>
            <p:ph type="title"/>
          </p:nvPr>
        </p:nvSpPr>
        <p:spPr>
          <a:xfrm>
            <a:off x="271350" y="325027"/>
            <a:ext cx="8601300" cy="840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500"/>
              <a:buNone/>
              <a:defRPr sz="3500"/>
            </a:lvl1pPr>
            <a:lvl2pPr lvl="1" algn="ctr">
              <a:spcBef>
                <a:spcPts val="0"/>
              </a:spcBef>
              <a:spcAft>
                <a:spcPts val="0"/>
              </a:spcAft>
              <a:buSzPts val="3500"/>
              <a:buFont typeface="Della Respira"/>
              <a:buNone/>
              <a:defRPr sz="3500"/>
            </a:lvl2pPr>
            <a:lvl3pPr lvl="2" algn="ctr">
              <a:spcBef>
                <a:spcPts val="0"/>
              </a:spcBef>
              <a:spcAft>
                <a:spcPts val="0"/>
              </a:spcAft>
              <a:buSzPts val="3500"/>
              <a:buFont typeface="Della Respira"/>
              <a:buNone/>
              <a:defRPr sz="3500"/>
            </a:lvl3pPr>
            <a:lvl4pPr lvl="3" algn="ctr">
              <a:spcBef>
                <a:spcPts val="0"/>
              </a:spcBef>
              <a:spcAft>
                <a:spcPts val="0"/>
              </a:spcAft>
              <a:buSzPts val="3500"/>
              <a:buFont typeface="Della Respira"/>
              <a:buNone/>
              <a:defRPr sz="3500"/>
            </a:lvl4pPr>
            <a:lvl5pPr lvl="4" algn="ctr">
              <a:spcBef>
                <a:spcPts val="0"/>
              </a:spcBef>
              <a:spcAft>
                <a:spcPts val="0"/>
              </a:spcAft>
              <a:buSzPts val="3500"/>
              <a:buFont typeface="Della Respira"/>
              <a:buNone/>
              <a:defRPr sz="3500"/>
            </a:lvl5pPr>
            <a:lvl6pPr lvl="5" algn="ctr">
              <a:spcBef>
                <a:spcPts val="0"/>
              </a:spcBef>
              <a:spcAft>
                <a:spcPts val="0"/>
              </a:spcAft>
              <a:buSzPts val="3500"/>
              <a:buFont typeface="Della Respira"/>
              <a:buNone/>
              <a:defRPr sz="3500"/>
            </a:lvl6pPr>
            <a:lvl7pPr lvl="6" algn="ctr">
              <a:spcBef>
                <a:spcPts val="0"/>
              </a:spcBef>
              <a:spcAft>
                <a:spcPts val="0"/>
              </a:spcAft>
              <a:buSzPts val="3500"/>
              <a:buFont typeface="Della Respira"/>
              <a:buNone/>
              <a:defRPr sz="3500"/>
            </a:lvl7pPr>
            <a:lvl8pPr lvl="7" algn="ctr">
              <a:spcBef>
                <a:spcPts val="0"/>
              </a:spcBef>
              <a:spcAft>
                <a:spcPts val="0"/>
              </a:spcAft>
              <a:buSzPts val="3500"/>
              <a:buFont typeface="Della Respira"/>
              <a:buNone/>
              <a:defRPr sz="3500"/>
            </a:lvl8pPr>
            <a:lvl9pPr lvl="8" algn="ctr">
              <a:spcBef>
                <a:spcPts val="0"/>
              </a:spcBef>
              <a:spcAft>
                <a:spcPts val="0"/>
              </a:spcAft>
              <a:buSzPts val="3500"/>
              <a:buFont typeface="Della Respira"/>
              <a:buNone/>
              <a:defRPr sz="3500"/>
            </a:lvl9pPr>
          </a:lstStyle>
          <a:p/>
        </p:txBody>
      </p:sp>
      <p:sp>
        <p:nvSpPr>
          <p:cNvPr id="337" name="Google Shape;337;p41"/>
          <p:cNvSpPr/>
          <p:nvPr>
            <p:ph idx="3" type="pic"/>
          </p:nvPr>
        </p:nvSpPr>
        <p:spPr>
          <a:xfrm>
            <a:off x="273650"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338" name="Google Shape;338;p41"/>
          <p:cNvSpPr/>
          <p:nvPr>
            <p:ph idx="4" type="pic"/>
          </p:nvPr>
        </p:nvSpPr>
        <p:spPr>
          <a:xfrm>
            <a:off x="1998688"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339" name="Google Shape;339;p41"/>
          <p:cNvSpPr/>
          <p:nvPr>
            <p:ph idx="5" type="pic"/>
          </p:nvPr>
        </p:nvSpPr>
        <p:spPr>
          <a:xfrm>
            <a:off x="3723713"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340" name="Google Shape;340;p41"/>
          <p:cNvSpPr/>
          <p:nvPr>
            <p:ph idx="6" type="pic"/>
          </p:nvPr>
        </p:nvSpPr>
        <p:spPr>
          <a:xfrm>
            <a:off x="5455300" y="1350150"/>
            <a:ext cx="1636500" cy="1688400"/>
          </a:xfrm>
          <a:prstGeom prst="roundRect">
            <a:avLst>
              <a:gd fmla="val 9664" name="adj"/>
            </a:avLst>
          </a:prstGeom>
          <a:noFill/>
          <a:ln cap="flat" cmpd="sng" w="9525">
            <a:solidFill>
              <a:srgbClr val="000000"/>
            </a:solidFill>
            <a:prstDash val="solid"/>
            <a:round/>
            <a:headEnd len="sm" w="sm" type="none"/>
            <a:tailEnd len="sm" w="sm" type="none"/>
          </a:ln>
        </p:spPr>
      </p:sp>
      <p:sp>
        <p:nvSpPr>
          <p:cNvPr id="341" name="Google Shape;341;p41"/>
          <p:cNvSpPr/>
          <p:nvPr>
            <p:ph idx="7" type="pic"/>
          </p:nvPr>
        </p:nvSpPr>
        <p:spPr>
          <a:xfrm>
            <a:off x="273650"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
        <p:nvSpPr>
          <p:cNvPr id="342" name="Google Shape;342;p41"/>
          <p:cNvSpPr/>
          <p:nvPr>
            <p:ph idx="8" type="pic"/>
          </p:nvPr>
        </p:nvSpPr>
        <p:spPr>
          <a:xfrm>
            <a:off x="1998688"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
        <p:nvSpPr>
          <p:cNvPr id="343" name="Google Shape;343;p41"/>
          <p:cNvSpPr/>
          <p:nvPr>
            <p:ph idx="9" type="pic"/>
          </p:nvPr>
        </p:nvSpPr>
        <p:spPr>
          <a:xfrm>
            <a:off x="3723713"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
        <p:nvSpPr>
          <p:cNvPr id="344" name="Google Shape;344;p41"/>
          <p:cNvSpPr/>
          <p:nvPr>
            <p:ph idx="13" type="pic"/>
          </p:nvPr>
        </p:nvSpPr>
        <p:spPr>
          <a:xfrm>
            <a:off x="5455300" y="3131825"/>
            <a:ext cx="1636500" cy="1728900"/>
          </a:xfrm>
          <a:prstGeom prst="roundRect">
            <a:avLst>
              <a:gd fmla="val 9664" name="adj"/>
            </a:avLst>
          </a:prstGeom>
          <a:noFill/>
          <a:ln cap="flat" cmpd="sng" w="9525">
            <a:solidFill>
              <a:srgbClr val="000000"/>
            </a:solidFill>
            <a:prstDash val="solid"/>
            <a:round/>
            <a:headEnd len="sm" w="sm" type="none"/>
            <a:tailEnd len="sm" w="sm" type="none"/>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36">
    <p:spTree>
      <p:nvGrpSpPr>
        <p:cNvPr id="345" name="Shape 345"/>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46" name="Shape 346"/>
        <p:cNvGrpSpPr/>
        <p:nvPr/>
      </p:nvGrpSpPr>
      <p:grpSpPr>
        <a:xfrm>
          <a:off x="0" y="0"/>
          <a:ext cx="0" cy="0"/>
          <a:chOff x="0" y="0"/>
          <a:chExt cx="0" cy="0"/>
        </a:xfrm>
      </p:grpSpPr>
      <p:sp>
        <p:nvSpPr>
          <p:cNvPr id="347" name="Google Shape;347;p4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48" name="Google Shape;348;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349" name="Google Shape;34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350" name="Shape 350"/>
        <p:cNvGrpSpPr/>
        <p:nvPr/>
      </p:nvGrpSpPr>
      <p:grpSpPr>
        <a:xfrm>
          <a:off x="0" y="0"/>
          <a:ext cx="0" cy="0"/>
          <a:chOff x="0" y="0"/>
          <a:chExt cx="0" cy="0"/>
        </a:xfrm>
      </p:grpSpPr>
      <p:sp>
        <p:nvSpPr>
          <p:cNvPr id="351" name="Google Shape;351;p4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52" name="Google Shape;35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353" name="Shape 353"/>
        <p:cNvGrpSpPr/>
        <p:nvPr/>
      </p:nvGrpSpPr>
      <p:grpSpPr>
        <a:xfrm>
          <a:off x="0" y="0"/>
          <a:ext cx="0" cy="0"/>
          <a:chOff x="0" y="0"/>
          <a:chExt cx="0" cy="0"/>
        </a:xfrm>
      </p:grpSpPr>
      <p:sp>
        <p:nvSpPr>
          <p:cNvPr id="354" name="Google Shape;35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5" name="Google Shape;355;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56" name="Google Shape;356;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357" name="Shape 357"/>
        <p:cNvGrpSpPr/>
        <p:nvPr/>
      </p:nvGrpSpPr>
      <p:grpSpPr>
        <a:xfrm>
          <a:off x="0" y="0"/>
          <a:ext cx="0" cy="0"/>
          <a:chOff x="0" y="0"/>
          <a:chExt cx="0" cy="0"/>
        </a:xfrm>
      </p:grpSpPr>
      <p:sp>
        <p:nvSpPr>
          <p:cNvPr id="358" name="Google Shape;358;p4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0" name="Google Shape;360;p4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1" name="Google Shape;36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62" name="Shape 362"/>
        <p:cNvGrpSpPr/>
        <p:nvPr/>
      </p:nvGrpSpPr>
      <p:grpSpPr>
        <a:xfrm>
          <a:off x="0" y="0"/>
          <a:ext cx="0" cy="0"/>
          <a:chOff x="0" y="0"/>
          <a:chExt cx="0" cy="0"/>
        </a:xfrm>
      </p:grpSpPr>
      <p:sp>
        <p:nvSpPr>
          <p:cNvPr id="363" name="Google Shape;363;p4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4" name="Google Shape;36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65" name="Shape 365"/>
        <p:cNvGrpSpPr/>
        <p:nvPr/>
      </p:nvGrpSpPr>
      <p:grpSpPr>
        <a:xfrm>
          <a:off x="0" y="0"/>
          <a:ext cx="0" cy="0"/>
          <a:chOff x="0" y="0"/>
          <a:chExt cx="0" cy="0"/>
        </a:xfrm>
      </p:grpSpPr>
      <p:sp>
        <p:nvSpPr>
          <p:cNvPr id="366" name="Google Shape;366;p4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7" name="Google Shape;367;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8" name="Google Shape;36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69" name="Shape 369"/>
        <p:cNvGrpSpPr/>
        <p:nvPr/>
      </p:nvGrpSpPr>
      <p:grpSpPr>
        <a:xfrm>
          <a:off x="0" y="0"/>
          <a:ext cx="0" cy="0"/>
          <a:chOff x="0" y="0"/>
          <a:chExt cx="0" cy="0"/>
        </a:xfrm>
      </p:grpSpPr>
      <p:sp>
        <p:nvSpPr>
          <p:cNvPr id="370" name="Google Shape;370;p4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1" name="Google Shape;37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72" name="Shape 372"/>
        <p:cNvGrpSpPr/>
        <p:nvPr/>
      </p:nvGrpSpPr>
      <p:grpSpPr>
        <a:xfrm>
          <a:off x="0" y="0"/>
          <a:ext cx="0" cy="0"/>
          <a:chOff x="0" y="0"/>
          <a:chExt cx="0" cy="0"/>
        </a:xfrm>
      </p:grpSpPr>
      <p:sp>
        <p:nvSpPr>
          <p:cNvPr id="373" name="Google Shape;373;p5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5" name="Google Shape;375;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76" name="Google Shape;376;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77" name="Google Shape;377;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378" name="Shape 378"/>
        <p:cNvGrpSpPr/>
        <p:nvPr/>
      </p:nvGrpSpPr>
      <p:grpSpPr>
        <a:xfrm>
          <a:off x="0" y="0"/>
          <a:ext cx="0" cy="0"/>
          <a:chOff x="0" y="0"/>
          <a:chExt cx="0" cy="0"/>
        </a:xfrm>
      </p:grpSpPr>
      <p:sp>
        <p:nvSpPr>
          <p:cNvPr id="379" name="Google Shape;379;p5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80" name="Google Shape;380;p5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381" name="Google Shape;38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382" name="Shape 382"/>
        <p:cNvGrpSpPr/>
        <p:nvPr/>
      </p:nvGrpSpPr>
      <p:grpSpPr>
        <a:xfrm>
          <a:off x="0" y="0"/>
          <a:ext cx="0" cy="0"/>
          <a:chOff x="0" y="0"/>
          <a:chExt cx="0" cy="0"/>
        </a:xfrm>
      </p:grpSpPr>
      <p:sp>
        <p:nvSpPr>
          <p:cNvPr id="383" name="Google Shape;383;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4" name="Google Shape;384;p52"/>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85" name="Google Shape;385;p52"/>
          <p:cNvSpPr/>
          <p:nvPr>
            <p:ph idx="2" type="pic"/>
          </p:nvPr>
        </p:nvSpPr>
        <p:spPr>
          <a:xfrm>
            <a:off x="4992024" y="1152775"/>
            <a:ext cx="3840300" cy="3416400"/>
          </a:xfrm>
          <a:prstGeom prst="rect">
            <a:avLst/>
          </a:prstGeom>
          <a:noFill/>
          <a:ln>
            <a:noFill/>
          </a:ln>
        </p:spPr>
      </p:sp>
      <p:sp>
        <p:nvSpPr>
          <p:cNvPr id="386" name="Google Shape;386;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387" name="Shape 387"/>
        <p:cNvGrpSpPr/>
        <p:nvPr/>
      </p:nvGrpSpPr>
      <p:grpSpPr>
        <a:xfrm>
          <a:off x="0" y="0"/>
          <a:ext cx="0" cy="0"/>
          <a:chOff x="0" y="0"/>
          <a:chExt cx="0" cy="0"/>
        </a:xfrm>
      </p:grpSpPr>
      <p:sp>
        <p:nvSpPr>
          <p:cNvPr id="388" name="Google Shape;388;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0" name="Google Shape;390;p53"/>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1" name="Google Shape;391;p5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2" name="Google Shape;392;p5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3" name="Google Shape;393;p5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94" name="Shape 394"/>
        <p:cNvGrpSpPr/>
        <p:nvPr/>
      </p:nvGrpSpPr>
      <p:grpSpPr>
        <a:xfrm>
          <a:off x="0" y="0"/>
          <a:ext cx="0" cy="0"/>
          <a:chOff x="0" y="0"/>
          <a:chExt cx="0" cy="0"/>
        </a:xfrm>
      </p:grpSpPr>
      <p:sp>
        <p:nvSpPr>
          <p:cNvPr id="395" name="Google Shape;39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6" name="Google Shape;396;p54"/>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7" name="Google Shape;397;p5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8" name="Google Shape;398;p54"/>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9" name="Google Shape;399;p5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0" name="Google Shape;400;p54"/>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54"/>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2" name="Google Shape;402;p54"/>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403" name="Shape 403"/>
        <p:cNvGrpSpPr/>
        <p:nvPr/>
      </p:nvGrpSpPr>
      <p:grpSpPr>
        <a:xfrm>
          <a:off x="0" y="0"/>
          <a:ext cx="0" cy="0"/>
          <a:chOff x="0" y="0"/>
          <a:chExt cx="0" cy="0"/>
        </a:xfrm>
      </p:grpSpPr>
      <p:sp>
        <p:nvSpPr>
          <p:cNvPr id="404" name="Google Shape;404;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5" name="Google Shape;405;p55"/>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6" name="Google Shape;406;p5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7" name="Google Shape;407;p5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8" name="Google Shape;408;p5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9" name="Google Shape;409;p55"/>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0" name="Google Shape;410;p5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414" name="Shape 414"/>
        <p:cNvGrpSpPr/>
        <p:nvPr/>
      </p:nvGrpSpPr>
      <p:grpSpPr>
        <a:xfrm>
          <a:off x="0" y="0"/>
          <a:ext cx="0" cy="0"/>
          <a:chOff x="0" y="0"/>
          <a:chExt cx="0" cy="0"/>
        </a:xfrm>
      </p:grpSpPr>
      <p:sp>
        <p:nvSpPr>
          <p:cNvPr id="415" name="Google Shape;415;p5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6" name="Google Shape;41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7" name="Google Shape;417;p5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418" name="Shape 418"/>
        <p:cNvGrpSpPr/>
        <p:nvPr/>
      </p:nvGrpSpPr>
      <p:grpSpPr>
        <a:xfrm>
          <a:off x="0" y="0"/>
          <a:ext cx="0" cy="0"/>
          <a:chOff x="0" y="0"/>
          <a:chExt cx="0" cy="0"/>
        </a:xfrm>
      </p:grpSpPr>
      <p:sp>
        <p:nvSpPr>
          <p:cNvPr id="419" name="Google Shape;419;p57"/>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0" name="Google Shape;420;p57"/>
          <p:cNvSpPr/>
          <p:nvPr>
            <p:ph idx="2" type="pic"/>
          </p:nvPr>
        </p:nvSpPr>
        <p:spPr>
          <a:xfrm>
            <a:off x="4804825" y="1133300"/>
            <a:ext cx="4027500" cy="2392800"/>
          </a:xfrm>
          <a:prstGeom prst="rect">
            <a:avLst/>
          </a:prstGeom>
          <a:noFill/>
          <a:ln>
            <a:noFill/>
          </a:ln>
        </p:spPr>
      </p:sp>
      <p:sp>
        <p:nvSpPr>
          <p:cNvPr id="421" name="Google Shape;421;p57"/>
          <p:cNvSpPr/>
          <p:nvPr>
            <p:ph idx="3" type="pic"/>
          </p:nvPr>
        </p:nvSpPr>
        <p:spPr>
          <a:xfrm>
            <a:off x="311725" y="1133300"/>
            <a:ext cx="4027500" cy="2392800"/>
          </a:xfrm>
          <a:prstGeom prst="rect">
            <a:avLst/>
          </a:prstGeom>
          <a:noFill/>
          <a:ln>
            <a:noFill/>
          </a:ln>
        </p:spPr>
      </p:sp>
      <p:sp>
        <p:nvSpPr>
          <p:cNvPr id="422" name="Google Shape;422;p5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3" name="Google Shape;423;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4" name="Google Shape;424;p5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5" name="Google Shape;425;p5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6" name="Google Shape;426;p5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427" name="Shape 427"/>
        <p:cNvGrpSpPr/>
        <p:nvPr/>
      </p:nvGrpSpPr>
      <p:grpSpPr>
        <a:xfrm>
          <a:off x="0" y="0"/>
          <a:ext cx="0" cy="0"/>
          <a:chOff x="0" y="0"/>
          <a:chExt cx="0" cy="0"/>
        </a:xfrm>
      </p:grpSpPr>
      <p:sp>
        <p:nvSpPr>
          <p:cNvPr id="428" name="Google Shape;428;p58"/>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9" name="Google Shape;429;p58"/>
          <p:cNvSpPr/>
          <p:nvPr>
            <p:ph idx="2" type="pic"/>
          </p:nvPr>
        </p:nvSpPr>
        <p:spPr>
          <a:xfrm>
            <a:off x="6205225" y="1128325"/>
            <a:ext cx="2627100" cy="2273100"/>
          </a:xfrm>
          <a:prstGeom prst="rect">
            <a:avLst/>
          </a:prstGeom>
          <a:noFill/>
          <a:ln>
            <a:noFill/>
          </a:ln>
        </p:spPr>
      </p:sp>
      <p:sp>
        <p:nvSpPr>
          <p:cNvPr id="430" name="Google Shape;430;p58"/>
          <p:cNvSpPr/>
          <p:nvPr>
            <p:ph idx="3" type="pic"/>
          </p:nvPr>
        </p:nvSpPr>
        <p:spPr>
          <a:xfrm>
            <a:off x="311725" y="1128325"/>
            <a:ext cx="2627100" cy="2273100"/>
          </a:xfrm>
          <a:prstGeom prst="rect">
            <a:avLst/>
          </a:prstGeom>
          <a:noFill/>
          <a:ln>
            <a:noFill/>
          </a:ln>
        </p:spPr>
      </p:sp>
      <p:sp>
        <p:nvSpPr>
          <p:cNvPr id="431" name="Google Shape;431;p5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2" name="Google Shape;432;p58"/>
          <p:cNvSpPr/>
          <p:nvPr>
            <p:ph idx="5" type="pic"/>
          </p:nvPr>
        </p:nvSpPr>
        <p:spPr>
          <a:xfrm>
            <a:off x="3255250" y="1128325"/>
            <a:ext cx="2627100" cy="2273100"/>
          </a:xfrm>
          <a:prstGeom prst="rect">
            <a:avLst/>
          </a:prstGeom>
          <a:noFill/>
          <a:ln>
            <a:noFill/>
          </a:ln>
        </p:spPr>
      </p:sp>
      <p:sp>
        <p:nvSpPr>
          <p:cNvPr id="433" name="Google Shape;433;p5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4" name="Google Shape;43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5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 name="Google Shape;436;p5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7" name="Google Shape;437;p5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8" name="Google Shape;438;p5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439" name="Shape 439"/>
        <p:cNvGrpSpPr/>
        <p:nvPr/>
      </p:nvGrpSpPr>
      <p:grpSpPr>
        <a:xfrm>
          <a:off x="0" y="0"/>
          <a:ext cx="0" cy="0"/>
          <a:chOff x="0" y="0"/>
          <a:chExt cx="0" cy="0"/>
        </a:xfrm>
      </p:grpSpPr>
      <p:sp>
        <p:nvSpPr>
          <p:cNvPr id="440" name="Google Shape;440;p59"/>
          <p:cNvSpPr/>
          <p:nvPr>
            <p:ph idx="2" type="pic"/>
          </p:nvPr>
        </p:nvSpPr>
        <p:spPr>
          <a:xfrm>
            <a:off x="311700" y="445025"/>
            <a:ext cx="8520600" cy="4218300"/>
          </a:xfrm>
          <a:prstGeom prst="rect">
            <a:avLst/>
          </a:prstGeom>
          <a:noFill/>
          <a:ln>
            <a:noFill/>
          </a:ln>
        </p:spPr>
      </p:sp>
      <p:sp>
        <p:nvSpPr>
          <p:cNvPr id="441" name="Google Shape;44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442" name="Shape 442"/>
        <p:cNvGrpSpPr/>
        <p:nvPr/>
      </p:nvGrpSpPr>
      <p:grpSpPr>
        <a:xfrm>
          <a:off x="0" y="0"/>
          <a:ext cx="0" cy="0"/>
          <a:chOff x="0" y="0"/>
          <a:chExt cx="0" cy="0"/>
        </a:xfrm>
      </p:grpSpPr>
      <p:sp>
        <p:nvSpPr>
          <p:cNvPr id="443" name="Google Shape;443;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44" name="Google Shape;444;p60"/>
          <p:cNvSpPr/>
          <p:nvPr>
            <p:ph idx="2" type="pic"/>
          </p:nvPr>
        </p:nvSpPr>
        <p:spPr>
          <a:xfrm>
            <a:off x="3389600" y="118913"/>
            <a:ext cx="1643700" cy="1535100"/>
          </a:xfrm>
          <a:prstGeom prst="rect">
            <a:avLst/>
          </a:prstGeom>
          <a:noFill/>
          <a:ln>
            <a:noFill/>
          </a:ln>
        </p:spPr>
      </p:sp>
      <p:sp>
        <p:nvSpPr>
          <p:cNvPr id="445" name="Google Shape;445;p60"/>
          <p:cNvSpPr/>
          <p:nvPr>
            <p:ph idx="3" type="pic"/>
          </p:nvPr>
        </p:nvSpPr>
        <p:spPr>
          <a:xfrm>
            <a:off x="5195935" y="118913"/>
            <a:ext cx="1643700" cy="1535100"/>
          </a:xfrm>
          <a:prstGeom prst="rect">
            <a:avLst/>
          </a:prstGeom>
          <a:noFill/>
          <a:ln>
            <a:noFill/>
          </a:ln>
        </p:spPr>
      </p:sp>
      <p:sp>
        <p:nvSpPr>
          <p:cNvPr id="446" name="Google Shape;446;p60"/>
          <p:cNvSpPr/>
          <p:nvPr>
            <p:ph idx="4" type="pic"/>
          </p:nvPr>
        </p:nvSpPr>
        <p:spPr>
          <a:xfrm>
            <a:off x="7002270" y="118913"/>
            <a:ext cx="1643700" cy="1535100"/>
          </a:xfrm>
          <a:prstGeom prst="rect">
            <a:avLst/>
          </a:prstGeom>
          <a:noFill/>
          <a:ln>
            <a:noFill/>
          </a:ln>
        </p:spPr>
      </p:sp>
      <p:sp>
        <p:nvSpPr>
          <p:cNvPr id="447" name="Google Shape;447;p60"/>
          <p:cNvSpPr/>
          <p:nvPr>
            <p:ph idx="5" type="pic"/>
          </p:nvPr>
        </p:nvSpPr>
        <p:spPr>
          <a:xfrm>
            <a:off x="3389588" y="1804212"/>
            <a:ext cx="1643700" cy="1535100"/>
          </a:xfrm>
          <a:prstGeom prst="rect">
            <a:avLst/>
          </a:prstGeom>
          <a:noFill/>
          <a:ln>
            <a:noFill/>
          </a:ln>
        </p:spPr>
      </p:sp>
      <p:sp>
        <p:nvSpPr>
          <p:cNvPr id="448" name="Google Shape;448;p60"/>
          <p:cNvSpPr/>
          <p:nvPr>
            <p:ph idx="6" type="pic"/>
          </p:nvPr>
        </p:nvSpPr>
        <p:spPr>
          <a:xfrm>
            <a:off x="5195922" y="1804212"/>
            <a:ext cx="1643700" cy="1535100"/>
          </a:xfrm>
          <a:prstGeom prst="rect">
            <a:avLst/>
          </a:prstGeom>
          <a:noFill/>
          <a:ln>
            <a:noFill/>
          </a:ln>
        </p:spPr>
      </p:sp>
      <p:sp>
        <p:nvSpPr>
          <p:cNvPr id="449" name="Google Shape;449;p60"/>
          <p:cNvSpPr/>
          <p:nvPr>
            <p:ph idx="7" type="pic"/>
          </p:nvPr>
        </p:nvSpPr>
        <p:spPr>
          <a:xfrm>
            <a:off x="7002257" y="1804212"/>
            <a:ext cx="1643700" cy="1535100"/>
          </a:xfrm>
          <a:prstGeom prst="rect">
            <a:avLst/>
          </a:prstGeom>
          <a:noFill/>
          <a:ln>
            <a:noFill/>
          </a:ln>
        </p:spPr>
      </p:sp>
      <p:sp>
        <p:nvSpPr>
          <p:cNvPr id="450" name="Google Shape;450;p6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1" name="Google Shape;451;p60"/>
          <p:cNvSpPr/>
          <p:nvPr>
            <p:ph idx="8" type="pic"/>
          </p:nvPr>
        </p:nvSpPr>
        <p:spPr>
          <a:xfrm>
            <a:off x="3389588" y="3489487"/>
            <a:ext cx="1643700" cy="1535100"/>
          </a:xfrm>
          <a:prstGeom prst="rect">
            <a:avLst/>
          </a:prstGeom>
          <a:noFill/>
          <a:ln>
            <a:noFill/>
          </a:ln>
        </p:spPr>
      </p:sp>
      <p:sp>
        <p:nvSpPr>
          <p:cNvPr id="452" name="Google Shape;452;p60"/>
          <p:cNvSpPr/>
          <p:nvPr>
            <p:ph idx="9" type="pic"/>
          </p:nvPr>
        </p:nvSpPr>
        <p:spPr>
          <a:xfrm>
            <a:off x="5195922" y="3489487"/>
            <a:ext cx="1643700" cy="1535100"/>
          </a:xfrm>
          <a:prstGeom prst="rect">
            <a:avLst/>
          </a:prstGeom>
          <a:noFill/>
          <a:ln>
            <a:noFill/>
          </a:ln>
        </p:spPr>
      </p:sp>
      <p:sp>
        <p:nvSpPr>
          <p:cNvPr id="453" name="Google Shape;453;p6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458" name="Shape 458"/>
        <p:cNvGrpSpPr/>
        <p:nvPr/>
      </p:nvGrpSpPr>
      <p:grpSpPr>
        <a:xfrm>
          <a:off x="0" y="0"/>
          <a:ext cx="0" cy="0"/>
          <a:chOff x="0" y="0"/>
          <a:chExt cx="0" cy="0"/>
        </a:xfrm>
      </p:grpSpPr>
      <p:sp>
        <p:nvSpPr>
          <p:cNvPr id="459" name="Google Shape;459;p6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60" name="Google Shape;460;p6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1" name="Google Shape;461;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62" name="Shape 462"/>
        <p:cNvGrpSpPr/>
        <p:nvPr/>
      </p:nvGrpSpPr>
      <p:grpSpPr>
        <a:xfrm>
          <a:off x="0" y="0"/>
          <a:ext cx="0" cy="0"/>
          <a:chOff x="0" y="0"/>
          <a:chExt cx="0" cy="0"/>
        </a:xfrm>
      </p:grpSpPr>
      <p:sp>
        <p:nvSpPr>
          <p:cNvPr id="463" name="Google Shape;463;p6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64" name="Google Shape;464;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465" name="Shape 465"/>
        <p:cNvGrpSpPr/>
        <p:nvPr/>
      </p:nvGrpSpPr>
      <p:grpSpPr>
        <a:xfrm>
          <a:off x="0" y="0"/>
          <a:ext cx="0" cy="0"/>
          <a:chOff x="0" y="0"/>
          <a:chExt cx="0" cy="0"/>
        </a:xfrm>
      </p:grpSpPr>
      <p:sp>
        <p:nvSpPr>
          <p:cNvPr id="466" name="Google Shape;466;p6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67" name="Google Shape;467;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8" name="Google Shape;468;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469" name="Shape 469"/>
        <p:cNvGrpSpPr/>
        <p:nvPr/>
      </p:nvGrpSpPr>
      <p:grpSpPr>
        <a:xfrm>
          <a:off x="0" y="0"/>
          <a:ext cx="0" cy="0"/>
          <a:chOff x="0" y="0"/>
          <a:chExt cx="0" cy="0"/>
        </a:xfrm>
      </p:grpSpPr>
      <p:sp>
        <p:nvSpPr>
          <p:cNvPr id="470" name="Google Shape;470;p6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71" name="Google Shape;471;p6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2" name="Google Shape;472;p6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3" name="Google Shape;47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474" name="Shape 474"/>
        <p:cNvGrpSpPr/>
        <p:nvPr/>
      </p:nvGrpSpPr>
      <p:grpSpPr>
        <a:xfrm>
          <a:off x="0" y="0"/>
          <a:ext cx="0" cy="0"/>
          <a:chOff x="0" y="0"/>
          <a:chExt cx="0" cy="0"/>
        </a:xfrm>
      </p:grpSpPr>
      <p:sp>
        <p:nvSpPr>
          <p:cNvPr id="475" name="Google Shape;475;p6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76" name="Google Shape;476;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477" name="Shape 477"/>
        <p:cNvGrpSpPr/>
        <p:nvPr/>
      </p:nvGrpSpPr>
      <p:grpSpPr>
        <a:xfrm>
          <a:off x="0" y="0"/>
          <a:ext cx="0" cy="0"/>
          <a:chOff x="0" y="0"/>
          <a:chExt cx="0" cy="0"/>
        </a:xfrm>
      </p:grpSpPr>
      <p:sp>
        <p:nvSpPr>
          <p:cNvPr id="478" name="Google Shape;478;p6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9" name="Google Shape;479;p6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80" name="Google Shape;480;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481" name="Shape 481"/>
        <p:cNvGrpSpPr/>
        <p:nvPr/>
      </p:nvGrpSpPr>
      <p:grpSpPr>
        <a:xfrm>
          <a:off x="0" y="0"/>
          <a:ext cx="0" cy="0"/>
          <a:chOff x="0" y="0"/>
          <a:chExt cx="0" cy="0"/>
        </a:xfrm>
      </p:grpSpPr>
      <p:sp>
        <p:nvSpPr>
          <p:cNvPr id="482" name="Google Shape;482;p6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3" name="Google Shape;483;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84" name="Shape 484"/>
        <p:cNvGrpSpPr/>
        <p:nvPr/>
      </p:nvGrpSpPr>
      <p:grpSpPr>
        <a:xfrm>
          <a:off x="0" y="0"/>
          <a:ext cx="0" cy="0"/>
          <a:chOff x="0" y="0"/>
          <a:chExt cx="0" cy="0"/>
        </a:xfrm>
      </p:grpSpPr>
      <p:sp>
        <p:nvSpPr>
          <p:cNvPr id="485" name="Google Shape;485;p6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7" name="Google Shape;487;p6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8" name="Google Shape;488;p6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89" name="Google Shape;489;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90" name="Shape 490"/>
        <p:cNvGrpSpPr/>
        <p:nvPr/>
      </p:nvGrpSpPr>
      <p:grpSpPr>
        <a:xfrm>
          <a:off x="0" y="0"/>
          <a:ext cx="0" cy="0"/>
          <a:chOff x="0" y="0"/>
          <a:chExt cx="0" cy="0"/>
        </a:xfrm>
      </p:grpSpPr>
      <p:sp>
        <p:nvSpPr>
          <p:cNvPr id="491" name="Google Shape;491;p7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92" name="Google Shape;492;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93" name="Shape 493"/>
        <p:cNvGrpSpPr/>
        <p:nvPr/>
      </p:nvGrpSpPr>
      <p:grpSpPr>
        <a:xfrm>
          <a:off x="0" y="0"/>
          <a:ext cx="0" cy="0"/>
          <a:chOff x="0" y="0"/>
          <a:chExt cx="0" cy="0"/>
        </a:xfrm>
      </p:grpSpPr>
      <p:sp>
        <p:nvSpPr>
          <p:cNvPr id="494" name="Google Shape;494;p7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5" name="Google Shape;495;p7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96" name="Google Shape;496;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7" name="Shape 497"/>
        <p:cNvGrpSpPr/>
        <p:nvPr/>
      </p:nvGrpSpPr>
      <p:grpSpPr>
        <a:xfrm>
          <a:off x="0" y="0"/>
          <a:ext cx="0" cy="0"/>
          <a:chOff x="0" y="0"/>
          <a:chExt cx="0" cy="0"/>
        </a:xfrm>
      </p:grpSpPr>
      <p:sp>
        <p:nvSpPr>
          <p:cNvPr id="498" name="Google Shape;498;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99" name="Shape 499"/>
        <p:cNvGrpSpPr/>
        <p:nvPr/>
      </p:nvGrpSpPr>
      <p:grpSpPr>
        <a:xfrm>
          <a:off x="0" y="0"/>
          <a:ext cx="0" cy="0"/>
          <a:chOff x="0" y="0"/>
          <a:chExt cx="0" cy="0"/>
        </a:xfrm>
      </p:grpSpPr>
      <p:sp>
        <p:nvSpPr>
          <p:cNvPr id="500" name="Google Shape;500;p7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01" name="Google Shape;501;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2" name="Google Shape;502;p7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3" name="Google Shape;503;p7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4" name="Google Shape;504;p7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5" name="Google Shape;505;p7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6" name="Google Shape;506;p7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7" name="Google Shape;507;p7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08" name="Shape 508"/>
        <p:cNvGrpSpPr/>
        <p:nvPr/>
      </p:nvGrpSpPr>
      <p:grpSpPr>
        <a:xfrm>
          <a:off x="0" y="0"/>
          <a:ext cx="0" cy="0"/>
          <a:chOff x="0" y="0"/>
          <a:chExt cx="0" cy="0"/>
        </a:xfrm>
      </p:grpSpPr>
      <p:sp>
        <p:nvSpPr>
          <p:cNvPr id="509" name="Google Shape;509;p7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10" name="Google Shape;510;p7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1" name="Google Shape;511;p74"/>
          <p:cNvSpPr/>
          <p:nvPr>
            <p:ph idx="2" type="pic"/>
          </p:nvPr>
        </p:nvSpPr>
        <p:spPr>
          <a:xfrm>
            <a:off x="4992024" y="1152775"/>
            <a:ext cx="3840300" cy="3416400"/>
          </a:xfrm>
          <a:prstGeom prst="rect">
            <a:avLst/>
          </a:prstGeom>
          <a:noFill/>
          <a:ln>
            <a:noFill/>
          </a:ln>
        </p:spPr>
      </p:sp>
      <p:sp>
        <p:nvSpPr>
          <p:cNvPr id="512" name="Google Shape;512;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513" name="Shape 513"/>
        <p:cNvGrpSpPr/>
        <p:nvPr/>
      </p:nvGrpSpPr>
      <p:grpSpPr>
        <a:xfrm>
          <a:off x="0" y="0"/>
          <a:ext cx="0" cy="0"/>
          <a:chOff x="0" y="0"/>
          <a:chExt cx="0" cy="0"/>
        </a:xfrm>
      </p:grpSpPr>
      <p:sp>
        <p:nvSpPr>
          <p:cNvPr id="514" name="Google Shape;514;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5" name="Google Shape;515;p7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6" name="Google Shape;516;p7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7" name="Google Shape;517;p7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8" name="Google Shape;518;p7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19" name="Google Shape;519;p7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520" name="Shape 520"/>
        <p:cNvGrpSpPr/>
        <p:nvPr/>
      </p:nvGrpSpPr>
      <p:grpSpPr>
        <a:xfrm>
          <a:off x="0" y="0"/>
          <a:ext cx="0" cy="0"/>
          <a:chOff x="0" y="0"/>
          <a:chExt cx="0" cy="0"/>
        </a:xfrm>
      </p:grpSpPr>
      <p:sp>
        <p:nvSpPr>
          <p:cNvPr id="521" name="Google Shape;521;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2" name="Google Shape;522;p7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23" name="Google Shape;523;p7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24" name="Google Shape;524;p7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25" name="Google Shape;525;p7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6" name="Google Shape;526;p7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27" name="Google Shape;527;p7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28" name="Google Shape;528;p7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29" name="Shape 529"/>
        <p:cNvGrpSpPr/>
        <p:nvPr/>
      </p:nvGrpSpPr>
      <p:grpSpPr>
        <a:xfrm>
          <a:off x="0" y="0"/>
          <a:ext cx="0" cy="0"/>
          <a:chOff x="0" y="0"/>
          <a:chExt cx="0" cy="0"/>
        </a:xfrm>
      </p:grpSpPr>
      <p:sp>
        <p:nvSpPr>
          <p:cNvPr id="530" name="Google Shape;530;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1" name="Google Shape;531;p7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32" name="Google Shape;532;p7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33" name="Google Shape;533;p7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34" name="Google Shape;534;p7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35" name="Google Shape;535;p7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36" name="Google Shape;536;p7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37" name="Google Shape;537;p7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38" name="Google Shape;538;p7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39" name="Google Shape;539;p7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40" name="Shape 540"/>
        <p:cNvGrpSpPr/>
        <p:nvPr/>
      </p:nvGrpSpPr>
      <p:grpSpPr>
        <a:xfrm>
          <a:off x="0" y="0"/>
          <a:ext cx="0" cy="0"/>
          <a:chOff x="0" y="0"/>
          <a:chExt cx="0" cy="0"/>
        </a:xfrm>
      </p:grpSpPr>
      <p:sp>
        <p:nvSpPr>
          <p:cNvPr id="541" name="Google Shape;541;p7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42" name="Google Shape;542;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7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44" name="Shape 544"/>
        <p:cNvGrpSpPr/>
        <p:nvPr/>
      </p:nvGrpSpPr>
      <p:grpSpPr>
        <a:xfrm>
          <a:off x="0" y="0"/>
          <a:ext cx="0" cy="0"/>
          <a:chOff x="0" y="0"/>
          <a:chExt cx="0" cy="0"/>
        </a:xfrm>
      </p:grpSpPr>
      <p:sp>
        <p:nvSpPr>
          <p:cNvPr id="545" name="Google Shape;545;p7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6" name="Google Shape;546;p79"/>
          <p:cNvSpPr/>
          <p:nvPr>
            <p:ph idx="2" type="pic"/>
          </p:nvPr>
        </p:nvSpPr>
        <p:spPr>
          <a:xfrm>
            <a:off x="4804825" y="1133300"/>
            <a:ext cx="4027500" cy="2392800"/>
          </a:xfrm>
          <a:prstGeom prst="rect">
            <a:avLst/>
          </a:prstGeom>
          <a:noFill/>
          <a:ln>
            <a:noFill/>
          </a:ln>
        </p:spPr>
      </p:sp>
      <p:sp>
        <p:nvSpPr>
          <p:cNvPr id="547" name="Google Shape;547;p79"/>
          <p:cNvSpPr/>
          <p:nvPr>
            <p:ph idx="3" type="pic"/>
          </p:nvPr>
        </p:nvSpPr>
        <p:spPr>
          <a:xfrm>
            <a:off x="311725" y="1133300"/>
            <a:ext cx="4027500" cy="2392800"/>
          </a:xfrm>
          <a:prstGeom prst="rect">
            <a:avLst/>
          </a:prstGeom>
          <a:noFill/>
          <a:ln>
            <a:noFill/>
          </a:ln>
        </p:spPr>
      </p:sp>
      <p:sp>
        <p:nvSpPr>
          <p:cNvPr id="548" name="Google Shape;548;p7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9" name="Google Shape;549;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0" name="Google Shape;550;p7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51" name="Google Shape;551;p7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52" name="Google Shape;552;p7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53" name="Shape 553"/>
        <p:cNvGrpSpPr/>
        <p:nvPr/>
      </p:nvGrpSpPr>
      <p:grpSpPr>
        <a:xfrm>
          <a:off x="0" y="0"/>
          <a:ext cx="0" cy="0"/>
          <a:chOff x="0" y="0"/>
          <a:chExt cx="0" cy="0"/>
        </a:xfrm>
      </p:grpSpPr>
      <p:sp>
        <p:nvSpPr>
          <p:cNvPr id="554" name="Google Shape;554;p8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5" name="Google Shape;555;p80"/>
          <p:cNvSpPr/>
          <p:nvPr>
            <p:ph idx="2" type="pic"/>
          </p:nvPr>
        </p:nvSpPr>
        <p:spPr>
          <a:xfrm>
            <a:off x="6205225" y="1128325"/>
            <a:ext cx="2627100" cy="2273100"/>
          </a:xfrm>
          <a:prstGeom prst="rect">
            <a:avLst/>
          </a:prstGeom>
          <a:noFill/>
          <a:ln>
            <a:noFill/>
          </a:ln>
        </p:spPr>
      </p:sp>
      <p:sp>
        <p:nvSpPr>
          <p:cNvPr id="556" name="Google Shape;556;p80"/>
          <p:cNvSpPr/>
          <p:nvPr>
            <p:ph idx="3" type="pic"/>
          </p:nvPr>
        </p:nvSpPr>
        <p:spPr>
          <a:xfrm>
            <a:off x="311725" y="1128325"/>
            <a:ext cx="2627100" cy="2273100"/>
          </a:xfrm>
          <a:prstGeom prst="rect">
            <a:avLst/>
          </a:prstGeom>
          <a:noFill/>
          <a:ln>
            <a:noFill/>
          </a:ln>
        </p:spPr>
      </p:sp>
      <p:sp>
        <p:nvSpPr>
          <p:cNvPr id="557" name="Google Shape;557;p8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8" name="Google Shape;558;p80"/>
          <p:cNvSpPr/>
          <p:nvPr>
            <p:ph idx="5" type="pic"/>
          </p:nvPr>
        </p:nvSpPr>
        <p:spPr>
          <a:xfrm>
            <a:off x="3255250" y="1128325"/>
            <a:ext cx="2627100" cy="2273100"/>
          </a:xfrm>
          <a:prstGeom prst="rect">
            <a:avLst/>
          </a:prstGeom>
          <a:noFill/>
          <a:ln>
            <a:noFill/>
          </a:ln>
        </p:spPr>
      </p:sp>
      <p:sp>
        <p:nvSpPr>
          <p:cNvPr id="559" name="Google Shape;559;p8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60" name="Google Shape;560;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1" name="Google Shape;561;p8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62" name="Google Shape;562;p8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63" name="Google Shape;563;p8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64" name="Google Shape;564;p8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65" name="Shape 565"/>
        <p:cNvGrpSpPr/>
        <p:nvPr/>
      </p:nvGrpSpPr>
      <p:grpSpPr>
        <a:xfrm>
          <a:off x="0" y="0"/>
          <a:ext cx="0" cy="0"/>
          <a:chOff x="0" y="0"/>
          <a:chExt cx="0" cy="0"/>
        </a:xfrm>
      </p:grpSpPr>
      <p:sp>
        <p:nvSpPr>
          <p:cNvPr id="566" name="Google Shape;566;p81"/>
          <p:cNvSpPr/>
          <p:nvPr>
            <p:ph idx="2" type="pic"/>
          </p:nvPr>
        </p:nvSpPr>
        <p:spPr>
          <a:xfrm>
            <a:off x="311700" y="445025"/>
            <a:ext cx="8520600" cy="4218300"/>
          </a:xfrm>
          <a:prstGeom prst="rect">
            <a:avLst/>
          </a:prstGeom>
          <a:noFill/>
          <a:ln>
            <a:noFill/>
          </a:ln>
        </p:spPr>
      </p:sp>
      <p:sp>
        <p:nvSpPr>
          <p:cNvPr id="567" name="Google Shape;567;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568" name="Shape 568"/>
        <p:cNvGrpSpPr/>
        <p:nvPr/>
      </p:nvGrpSpPr>
      <p:grpSpPr>
        <a:xfrm>
          <a:off x="0" y="0"/>
          <a:ext cx="0" cy="0"/>
          <a:chOff x="0" y="0"/>
          <a:chExt cx="0" cy="0"/>
        </a:xfrm>
      </p:grpSpPr>
      <p:sp>
        <p:nvSpPr>
          <p:cNvPr id="569" name="Google Shape;569;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70" name="Google Shape;570;p82"/>
          <p:cNvSpPr/>
          <p:nvPr>
            <p:ph idx="2" type="pic"/>
          </p:nvPr>
        </p:nvSpPr>
        <p:spPr>
          <a:xfrm>
            <a:off x="3389600" y="118913"/>
            <a:ext cx="1643700" cy="1535100"/>
          </a:xfrm>
          <a:prstGeom prst="rect">
            <a:avLst/>
          </a:prstGeom>
          <a:noFill/>
          <a:ln>
            <a:noFill/>
          </a:ln>
        </p:spPr>
      </p:sp>
      <p:sp>
        <p:nvSpPr>
          <p:cNvPr id="571" name="Google Shape;571;p82"/>
          <p:cNvSpPr/>
          <p:nvPr>
            <p:ph idx="3" type="pic"/>
          </p:nvPr>
        </p:nvSpPr>
        <p:spPr>
          <a:xfrm>
            <a:off x="5195935" y="118913"/>
            <a:ext cx="1643700" cy="1535100"/>
          </a:xfrm>
          <a:prstGeom prst="rect">
            <a:avLst/>
          </a:prstGeom>
          <a:noFill/>
          <a:ln>
            <a:noFill/>
          </a:ln>
        </p:spPr>
      </p:sp>
      <p:sp>
        <p:nvSpPr>
          <p:cNvPr id="572" name="Google Shape;572;p82"/>
          <p:cNvSpPr/>
          <p:nvPr>
            <p:ph idx="4" type="pic"/>
          </p:nvPr>
        </p:nvSpPr>
        <p:spPr>
          <a:xfrm>
            <a:off x="7002270" y="118913"/>
            <a:ext cx="1643700" cy="1535100"/>
          </a:xfrm>
          <a:prstGeom prst="rect">
            <a:avLst/>
          </a:prstGeom>
          <a:noFill/>
          <a:ln>
            <a:noFill/>
          </a:ln>
        </p:spPr>
      </p:sp>
      <p:sp>
        <p:nvSpPr>
          <p:cNvPr id="573" name="Google Shape;573;p82"/>
          <p:cNvSpPr/>
          <p:nvPr>
            <p:ph idx="5" type="pic"/>
          </p:nvPr>
        </p:nvSpPr>
        <p:spPr>
          <a:xfrm>
            <a:off x="3389588" y="1804212"/>
            <a:ext cx="1643700" cy="1535100"/>
          </a:xfrm>
          <a:prstGeom prst="rect">
            <a:avLst/>
          </a:prstGeom>
          <a:noFill/>
          <a:ln>
            <a:noFill/>
          </a:ln>
        </p:spPr>
      </p:sp>
      <p:sp>
        <p:nvSpPr>
          <p:cNvPr id="574" name="Google Shape;574;p82"/>
          <p:cNvSpPr/>
          <p:nvPr>
            <p:ph idx="6" type="pic"/>
          </p:nvPr>
        </p:nvSpPr>
        <p:spPr>
          <a:xfrm>
            <a:off x="5195922" y="1804212"/>
            <a:ext cx="1643700" cy="1535100"/>
          </a:xfrm>
          <a:prstGeom prst="rect">
            <a:avLst/>
          </a:prstGeom>
          <a:noFill/>
          <a:ln>
            <a:noFill/>
          </a:ln>
        </p:spPr>
      </p:sp>
      <p:sp>
        <p:nvSpPr>
          <p:cNvPr id="575" name="Google Shape;575;p82"/>
          <p:cNvSpPr/>
          <p:nvPr>
            <p:ph idx="7" type="pic"/>
          </p:nvPr>
        </p:nvSpPr>
        <p:spPr>
          <a:xfrm>
            <a:off x="7002257" y="1804212"/>
            <a:ext cx="1643700" cy="1535100"/>
          </a:xfrm>
          <a:prstGeom prst="rect">
            <a:avLst/>
          </a:prstGeom>
          <a:noFill/>
          <a:ln>
            <a:noFill/>
          </a:ln>
        </p:spPr>
      </p:sp>
      <p:sp>
        <p:nvSpPr>
          <p:cNvPr id="576" name="Google Shape;576;p8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77" name="Google Shape;577;p82"/>
          <p:cNvSpPr/>
          <p:nvPr>
            <p:ph idx="8" type="pic"/>
          </p:nvPr>
        </p:nvSpPr>
        <p:spPr>
          <a:xfrm>
            <a:off x="3389588" y="3489487"/>
            <a:ext cx="1643700" cy="1535100"/>
          </a:xfrm>
          <a:prstGeom prst="rect">
            <a:avLst/>
          </a:prstGeom>
          <a:noFill/>
          <a:ln>
            <a:noFill/>
          </a:ln>
        </p:spPr>
      </p:sp>
      <p:sp>
        <p:nvSpPr>
          <p:cNvPr id="578" name="Google Shape;578;p82"/>
          <p:cNvSpPr/>
          <p:nvPr>
            <p:ph idx="9" type="pic"/>
          </p:nvPr>
        </p:nvSpPr>
        <p:spPr>
          <a:xfrm>
            <a:off x="5195922" y="3489487"/>
            <a:ext cx="1643700" cy="1535100"/>
          </a:xfrm>
          <a:prstGeom prst="rect">
            <a:avLst/>
          </a:prstGeom>
          <a:noFill/>
          <a:ln>
            <a:noFill/>
          </a:ln>
        </p:spPr>
      </p:sp>
      <p:sp>
        <p:nvSpPr>
          <p:cNvPr id="579" name="Google Shape;579;p8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580" name="Shape 580"/>
        <p:cNvGrpSpPr/>
        <p:nvPr/>
      </p:nvGrpSpPr>
      <p:grpSpPr>
        <a:xfrm>
          <a:off x="0" y="0"/>
          <a:ext cx="0" cy="0"/>
          <a:chOff x="0" y="0"/>
          <a:chExt cx="0" cy="0"/>
        </a:xfrm>
      </p:grpSpPr>
      <p:sp>
        <p:nvSpPr>
          <p:cNvPr id="581" name="Google Shape;581;p8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582" name="Google Shape;582;p8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583" name="Google Shape;583;p8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584" name="Google Shape;584;p83"/>
          <p:cNvSpPr/>
          <p:nvPr>
            <p:ph idx="3" type="pic"/>
          </p:nvPr>
        </p:nvSpPr>
        <p:spPr>
          <a:xfrm>
            <a:off x="4437578" y="2171250"/>
            <a:ext cx="4509600" cy="2775600"/>
          </a:xfrm>
          <a:prstGeom prst="round2DiagRect">
            <a:avLst>
              <a:gd fmla="val 16667" name="adj1"/>
              <a:gd fmla="val 0" name="adj2"/>
            </a:avLst>
          </a:prstGeom>
          <a:noFill/>
          <a:ln>
            <a:noFill/>
          </a:ln>
        </p:spPr>
      </p:sp>
      <p:sp>
        <p:nvSpPr>
          <p:cNvPr id="585" name="Google Shape;585;p8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586" name="Shape 586"/>
        <p:cNvGrpSpPr/>
        <p:nvPr/>
      </p:nvGrpSpPr>
      <p:grpSpPr>
        <a:xfrm>
          <a:off x="0" y="0"/>
          <a:ext cx="0" cy="0"/>
          <a:chOff x="0" y="0"/>
          <a:chExt cx="0" cy="0"/>
        </a:xfrm>
      </p:grpSpPr>
      <p:sp>
        <p:nvSpPr>
          <p:cNvPr id="587" name="Google Shape;587;p8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88" name="Google Shape;588;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9" name="Google Shape;589;p8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0" name="Google Shape;590;p8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1" name="Google Shape;591;p8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2" name="Google Shape;592;p8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3" name="Google Shape;593;p8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594" name="Google Shape;594;p8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595" name="Shape 595"/>
        <p:cNvGrpSpPr/>
        <p:nvPr/>
      </p:nvGrpSpPr>
      <p:grpSpPr>
        <a:xfrm>
          <a:off x="0" y="0"/>
          <a:ext cx="0" cy="0"/>
          <a:chOff x="0" y="0"/>
          <a:chExt cx="0" cy="0"/>
        </a:xfrm>
      </p:grpSpPr>
      <p:sp>
        <p:nvSpPr>
          <p:cNvPr id="596" name="Google Shape;596;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7" name="Google Shape;597;p8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598" name="Google Shape;598;p8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599" name="Google Shape;599;p8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600" name="Shape 600"/>
        <p:cNvGrpSpPr/>
        <p:nvPr/>
      </p:nvGrpSpPr>
      <p:grpSpPr>
        <a:xfrm>
          <a:off x="0" y="0"/>
          <a:ext cx="0" cy="0"/>
          <a:chOff x="0" y="0"/>
          <a:chExt cx="0" cy="0"/>
        </a:xfrm>
      </p:grpSpPr>
      <p:sp>
        <p:nvSpPr>
          <p:cNvPr id="601" name="Google Shape;601;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02" name="Google Shape;602;p8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603" name="Google Shape;603;p8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604" name="Google Shape;604;p8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605" name="Shape 605"/>
        <p:cNvGrpSpPr/>
        <p:nvPr/>
      </p:nvGrpSpPr>
      <p:grpSpPr>
        <a:xfrm>
          <a:off x="0" y="0"/>
          <a:ext cx="0" cy="0"/>
          <a:chOff x="0" y="0"/>
          <a:chExt cx="0" cy="0"/>
        </a:xfrm>
      </p:grpSpPr>
      <p:sp>
        <p:nvSpPr>
          <p:cNvPr id="606" name="Google Shape;606;p8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07" name="Google Shape;607;p8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608" name="Google Shape;608;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87"/>
          <p:cNvSpPr/>
          <p:nvPr>
            <p:ph idx="2" type="pic"/>
          </p:nvPr>
        </p:nvSpPr>
        <p:spPr>
          <a:xfrm>
            <a:off x="3726325" y="669925"/>
            <a:ext cx="5220900" cy="4276800"/>
          </a:xfrm>
          <a:prstGeom prst="round2DiagRect">
            <a:avLst>
              <a:gd fmla="val 16667" name="adj1"/>
              <a:gd fmla="val 0" name="adj2"/>
            </a:avLst>
          </a:prstGeom>
          <a:noFill/>
          <a:ln>
            <a:noFill/>
          </a:ln>
        </p:spPr>
      </p:sp>
      <p:sp>
        <p:nvSpPr>
          <p:cNvPr id="610" name="Google Shape;610;p8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611" name="Google Shape;611;p8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612" name="Shape 612"/>
        <p:cNvGrpSpPr/>
        <p:nvPr/>
      </p:nvGrpSpPr>
      <p:grpSpPr>
        <a:xfrm>
          <a:off x="0" y="0"/>
          <a:ext cx="0" cy="0"/>
          <a:chOff x="0" y="0"/>
          <a:chExt cx="0" cy="0"/>
        </a:xfrm>
      </p:grpSpPr>
      <p:sp>
        <p:nvSpPr>
          <p:cNvPr id="613" name="Google Shape;613;p8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614" name="Google Shape;614;p8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615" name="Google Shape;615;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6" name="Google Shape;616;p88"/>
          <p:cNvSpPr/>
          <p:nvPr>
            <p:ph idx="2" type="pic"/>
          </p:nvPr>
        </p:nvSpPr>
        <p:spPr>
          <a:xfrm>
            <a:off x="3726325" y="669925"/>
            <a:ext cx="5220900" cy="4276800"/>
          </a:xfrm>
          <a:prstGeom prst="round2DiagRect">
            <a:avLst>
              <a:gd fmla="val 16667" name="adj1"/>
              <a:gd fmla="val 0" name="adj2"/>
            </a:avLst>
          </a:prstGeom>
          <a:noFill/>
          <a:ln>
            <a:noFill/>
          </a:ln>
        </p:spPr>
      </p:sp>
      <p:sp>
        <p:nvSpPr>
          <p:cNvPr id="617" name="Google Shape;617;p8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618" name="Google Shape;618;p8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619" name="Google Shape;619;p8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620" name="Shape 620"/>
        <p:cNvGrpSpPr/>
        <p:nvPr/>
      </p:nvGrpSpPr>
      <p:grpSpPr>
        <a:xfrm>
          <a:off x="0" y="0"/>
          <a:ext cx="0" cy="0"/>
          <a:chOff x="0" y="0"/>
          <a:chExt cx="0" cy="0"/>
        </a:xfrm>
      </p:grpSpPr>
      <p:sp>
        <p:nvSpPr>
          <p:cNvPr id="621" name="Google Shape;621;p8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22" name="Google Shape;62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23" name="Google Shape;623;p8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624" name="Google Shape;624;p8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625" name="Google Shape;625;p8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26" name="Google Shape;626;p8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627" name="Shape 627"/>
        <p:cNvGrpSpPr/>
        <p:nvPr/>
      </p:nvGrpSpPr>
      <p:grpSpPr>
        <a:xfrm>
          <a:off x="0" y="0"/>
          <a:ext cx="0" cy="0"/>
          <a:chOff x="0" y="0"/>
          <a:chExt cx="0" cy="0"/>
        </a:xfrm>
      </p:grpSpPr>
      <p:sp>
        <p:nvSpPr>
          <p:cNvPr id="628" name="Google Shape;628;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29" name="Google Shape;629;p9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0" name="Google Shape;630;p9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1" name="Google Shape;631;p9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32" name="Google Shape;632;p9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3" name="Google Shape;633;p9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4" name="Google Shape;634;p9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35" name="Google Shape;635;p9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6" name="Google Shape;636;p9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7" name="Google Shape;637;p9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38" name="Google Shape;638;p9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9" name="Google Shape;639;p9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0" name="Google Shape;640;p9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41" name="Google Shape;641;p9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2" name="Google Shape;642;p9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3" name="Google Shape;643;p9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44" name="Google Shape;644;p9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5" name="Google Shape;645;p9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6" name="Google Shape;646;p9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47" name="Google Shape;647;p9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8" name="Google Shape;648;p9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49" name="Google Shape;649;p9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50" name="Google Shape;650;p9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51" name="Google Shape;651;p9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52" name="Google Shape;652;p9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53" name="Google Shape;653;p9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54" name="Google Shape;654;p9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55" name="Google Shape;655;p9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56" name="Google Shape;656;p9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57" name="Google Shape;657;p9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658" name="Shape 658"/>
        <p:cNvGrpSpPr/>
        <p:nvPr/>
      </p:nvGrpSpPr>
      <p:grpSpPr>
        <a:xfrm>
          <a:off x="0" y="0"/>
          <a:ext cx="0" cy="0"/>
          <a:chOff x="0" y="0"/>
          <a:chExt cx="0" cy="0"/>
        </a:xfrm>
      </p:grpSpPr>
      <p:sp>
        <p:nvSpPr>
          <p:cNvPr id="659" name="Google Shape;659;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0" name="Google Shape;660;p9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661" name="Google Shape;661;p9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bg>
      <p:bgPr>
        <a:solidFill>
          <a:schemeClr val="dk2"/>
        </a:solidFill>
      </p:bgPr>
    </p:bg>
    <p:spTree>
      <p:nvGrpSpPr>
        <p:cNvPr id="666" name="Shape 666"/>
        <p:cNvGrpSpPr/>
        <p:nvPr/>
      </p:nvGrpSpPr>
      <p:grpSpPr>
        <a:xfrm>
          <a:off x="0" y="0"/>
          <a:ext cx="0" cy="0"/>
          <a:chOff x="0" y="0"/>
          <a:chExt cx="0" cy="0"/>
        </a:xfrm>
      </p:grpSpPr>
      <p:sp>
        <p:nvSpPr>
          <p:cNvPr id="667" name="Google Shape;667;p9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8" name="Google Shape;668;p93"/>
          <p:cNvSpPr/>
          <p:nvPr/>
        </p:nvSpPr>
        <p:spPr>
          <a:xfrm>
            <a:off x="228600" y="228600"/>
            <a:ext cx="8686800" cy="4686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669" name="Google Shape;669;p93"/>
          <p:cNvSpPr txBox="1"/>
          <p:nvPr>
            <p:ph type="title"/>
          </p:nvPr>
        </p:nvSpPr>
        <p:spPr>
          <a:xfrm>
            <a:off x="1248900" y="16328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SzPts val="5600"/>
              <a:buNone/>
              <a:defRPr sz="56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70" name="Google Shape;670;p93"/>
          <p:cNvSpPr txBox="1"/>
          <p:nvPr>
            <p:ph idx="1" type="subTitle"/>
          </p:nvPr>
        </p:nvSpPr>
        <p:spPr>
          <a:xfrm>
            <a:off x="2369850" y="3221650"/>
            <a:ext cx="4404300" cy="39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2000"/>
              <a:buNone/>
              <a:defRPr/>
            </a:lvl1pPr>
            <a:lvl2pPr lvl="1" algn="ctr">
              <a:spcBef>
                <a:spcPts val="0"/>
              </a:spcBef>
              <a:spcAft>
                <a:spcPts val="0"/>
              </a:spcAft>
              <a:buSzPts val="2000"/>
              <a:buNone/>
              <a:defRPr/>
            </a:lvl2pPr>
            <a:lvl3pPr lvl="2" algn="ctr">
              <a:spcBef>
                <a:spcPts val="0"/>
              </a:spcBef>
              <a:spcAft>
                <a:spcPts val="0"/>
              </a:spcAft>
              <a:buSzPts val="2000"/>
              <a:buNone/>
              <a:defRPr/>
            </a:lvl3pPr>
            <a:lvl4pPr lvl="3" algn="ctr">
              <a:spcBef>
                <a:spcPts val="0"/>
              </a:spcBef>
              <a:spcAft>
                <a:spcPts val="0"/>
              </a:spcAft>
              <a:buSzPts val="2000"/>
              <a:buNone/>
              <a:defRPr/>
            </a:lvl4pPr>
            <a:lvl5pPr lvl="4" algn="ctr">
              <a:spcBef>
                <a:spcPts val="0"/>
              </a:spcBef>
              <a:spcAft>
                <a:spcPts val="0"/>
              </a:spcAft>
              <a:buSzPts val="2000"/>
              <a:buNone/>
              <a:defRPr/>
            </a:lvl5pPr>
            <a:lvl6pPr lvl="5" algn="ctr">
              <a:spcBef>
                <a:spcPts val="0"/>
              </a:spcBef>
              <a:spcAft>
                <a:spcPts val="0"/>
              </a:spcAft>
              <a:buSzPts val="2000"/>
              <a:buNone/>
              <a:defRPr/>
            </a:lvl6pPr>
            <a:lvl7pPr lvl="6" algn="ctr">
              <a:spcBef>
                <a:spcPts val="0"/>
              </a:spcBef>
              <a:spcAft>
                <a:spcPts val="0"/>
              </a:spcAft>
              <a:buSzPts val="2000"/>
              <a:buNone/>
              <a:defRPr/>
            </a:lvl7pPr>
            <a:lvl8pPr lvl="7" algn="ctr">
              <a:spcBef>
                <a:spcPts val="0"/>
              </a:spcBef>
              <a:spcAft>
                <a:spcPts val="0"/>
              </a:spcAft>
              <a:buSzPts val="2000"/>
              <a:buNone/>
              <a:defRPr/>
            </a:lvl8pPr>
            <a:lvl9pPr lvl="8" algn="ctr">
              <a:spcBef>
                <a:spcPts val="0"/>
              </a:spcBef>
              <a:spcAft>
                <a:spcPts val="0"/>
              </a:spcAft>
              <a:buSzPts val="20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671" name="Shape 671"/>
        <p:cNvGrpSpPr/>
        <p:nvPr/>
      </p:nvGrpSpPr>
      <p:grpSpPr>
        <a:xfrm>
          <a:off x="0" y="0"/>
          <a:ext cx="0" cy="0"/>
          <a:chOff x="0" y="0"/>
          <a:chExt cx="0" cy="0"/>
        </a:xfrm>
      </p:grpSpPr>
      <p:sp>
        <p:nvSpPr>
          <p:cNvPr id="672" name="Google Shape;672;p9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73" name="Google Shape;673;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74" name="Shape 674"/>
        <p:cNvGrpSpPr/>
        <p:nvPr/>
      </p:nvGrpSpPr>
      <p:grpSpPr>
        <a:xfrm>
          <a:off x="0" y="0"/>
          <a:ext cx="0" cy="0"/>
          <a:chOff x="0" y="0"/>
          <a:chExt cx="0" cy="0"/>
        </a:xfrm>
      </p:grpSpPr>
      <p:sp>
        <p:nvSpPr>
          <p:cNvPr id="675" name="Google Shape;675;p9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76" name="Google Shape;676;p9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677" name="Google Shape;677;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78" name="Shape 678"/>
        <p:cNvGrpSpPr/>
        <p:nvPr/>
      </p:nvGrpSpPr>
      <p:grpSpPr>
        <a:xfrm>
          <a:off x="0" y="0"/>
          <a:ext cx="0" cy="0"/>
          <a:chOff x="0" y="0"/>
          <a:chExt cx="0" cy="0"/>
        </a:xfrm>
      </p:grpSpPr>
      <p:sp>
        <p:nvSpPr>
          <p:cNvPr id="679" name="Google Shape;679;p9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80" name="Google Shape;680;p9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1" name="Google Shape;681;p9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2" name="Google Shape;682;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683" name="Shape 683"/>
        <p:cNvGrpSpPr/>
        <p:nvPr/>
      </p:nvGrpSpPr>
      <p:grpSpPr>
        <a:xfrm>
          <a:off x="0" y="0"/>
          <a:ext cx="0" cy="0"/>
          <a:chOff x="0" y="0"/>
          <a:chExt cx="0" cy="0"/>
        </a:xfrm>
      </p:grpSpPr>
      <p:sp>
        <p:nvSpPr>
          <p:cNvPr id="684" name="Google Shape;684;p9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685" name="Google Shape;685;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686" name="Shape 686"/>
        <p:cNvGrpSpPr/>
        <p:nvPr/>
      </p:nvGrpSpPr>
      <p:grpSpPr>
        <a:xfrm>
          <a:off x="0" y="0"/>
          <a:ext cx="0" cy="0"/>
          <a:chOff x="0" y="0"/>
          <a:chExt cx="0" cy="0"/>
        </a:xfrm>
      </p:grpSpPr>
      <p:sp>
        <p:nvSpPr>
          <p:cNvPr id="687" name="Google Shape;687;p9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88" name="Google Shape;688;p9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9" name="Google Shape;689;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690" name="Shape 690"/>
        <p:cNvGrpSpPr/>
        <p:nvPr/>
      </p:nvGrpSpPr>
      <p:grpSpPr>
        <a:xfrm>
          <a:off x="0" y="0"/>
          <a:ext cx="0" cy="0"/>
          <a:chOff x="0" y="0"/>
          <a:chExt cx="0" cy="0"/>
        </a:xfrm>
      </p:grpSpPr>
      <p:sp>
        <p:nvSpPr>
          <p:cNvPr id="691" name="Google Shape;691;p9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692" name="Google Shape;692;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693" name="Shape 693"/>
        <p:cNvGrpSpPr/>
        <p:nvPr/>
      </p:nvGrpSpPr>
      <p:grpSpPr>
        <a:xfrm>
          <a:off x="0" y="0"/>
          <a:ext cx="0" cy="0"/>
          <a:chOff x="0" y="0"/>
          <a:chExt cx="0" cy="0"/>
        </a:xfrm>
      </p:grpSpPr>
      <p:sp>
        <p:nvSpPr>
          <p:cNvPr id="694" name="Google Shape;694;p10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0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96" name="Google Shape;696;p100"/>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697" name="Google Shape;697;p10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698" name="Google Shape;698;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699" name="Shape 699"/>
        <p:cNvGrpSpPr/>
        <p:nvPr/>
      </p:nvGrpSpPr>
      <p:grpSpPr>
        <a:xfrm>
          <a:off x="0" y="0"/>
          <a:ext cx="0" cy="0"/>
          <a:chOff x="0" y="0"/>
          <a:chExt cx="0" cy="0"/>
        </a:xfrm>
      </p:grpSpPr>
      <p:sp>
        <p:nvSpPr>
          <p:cNvPr id="700" name="Google Shape;700;p10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50"/>
              <a:buNone/>
              <a:defRPr/>
            </a:lvl1pPr>
          </a:lstStyle>
          <a:p/>
        </p:txBody>
      </p:sp>
      <p:sp>
        <p:nvSpPr>
          <p:cNvPr id="701" name="Google Shape;701;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702" name="Shape 702"/>
        <p:cNvGrpSpPr/>
        <p:nvPr/>
      </p:nvGrpSpPr>
      <p:grpSpPr>
        <a:xfrm>
          <a:off x="0" y="0"/>
          <a:ext cx="0" cy="0"/>
          <a:chOff x="0" y="0"/>
          <a:chExt cx="0" cy="0"/>
        </a:xfrm>
      </p:grpSpPr>
      <p:sp>
        <p:nvSpPr>
          <p:cNvPr id="703" name="Google Shape;703;p10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04" name="Google Shape;704;p10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4325" lvl="0" marL="457200" algn="ctr">
              <a:spcBef>
                <a:spcPts val="0"/>
              </a:spcBef>
              <a:spcAft>
                <a:spcPts val="0"/>
              </a:spcAft>
              <a:buSzPts val="1350"/>
              <a:buChar char="●"/>
              <a:defRPr/>
            </a:lvl1pPr>
            <a:lvl2pPr indent="-314325" lvl="1" marL="914400" algn="ctr">
              <a:spcBef>
                <a:spcPts val="0"/>
              </a:spcBef>
              <a:spcAft>
                <a:spcPts val="0"/>
              </a:spcAft>
              <a:buSzPts val="1350"/>
              <a:buChar char="○"/>
              <a:defRPr/>
            </a:lvl2pPr>
            <a:lvl3pPr indent="-314325" lvl="2" marL="1371600" algn="ctr">
              <a:spcBef>
                <a:spcPts val="0"/>
              </a:spcBef>
              <a:spcAft>
                <a:spcPts val="0"/>
              </a:spcAft>
              <a:buSzPts val="1350"/>
              <a:buChar char="■"/>
              <a:defRPr/>
            </a:lvl3pPr>
            <a:lvl4pPr indent="-314325" lvl="3" marL="1828800" algn="ctr">
              <a:spcBef>
                <a:spcPts val="0"/>
              </a:spcBef>
              <a:spcAft>
                <a:spcPts val="0"/>
              </a:spcAft>
              <a:buSzPts val="1350"/>
              <a:buChar char="●"/>
              <a:defRPr/>
            </a:lvl4pPr>
            <a:lvl5pPr indent="-314325" lvl="4" marL="2286000" algn="ctr">
              <a:spcBef>
                <a:spcPts val="0"/>
              </a:spcBef>
              <a:spcAft>
                <a:spcPts val="0"/>
              </a:spcAft>
              <a:buSzPts val="1350"/>
              <a:buChar char="○"/>
              <a:defRPr/>
            </a:lvl5pPr>
            <a:lvl6pPr indent="-314325" lvl="5" marL="2743200" algn="ctr">
              <a:spcBef>
                <a:spcPts val="0"/>
              </a:spcBef>
              <a:spcAft>
                <a:spcPts val="0"/>
              </a:spcAft>
              <a:buSzPts val="1350"/>
              <a:buChar char="■"/>
              <a:defRPr/>
            </a:lvl6pPr>
            <a:lvl7pPr indent="-314325" lvl="6" marL="3200400" algn="ctr">
              <a:spcBef>
                <a:spcPts val="0"/>
              </a:spcBef>
              <a:spcAft>
                <a:spcPts val="0"/>
              </a:spcAft>
              <a:buSzPts val="1350"/>
              <a:buChar char="●"/>
              <a:defRPr/>
            </a:lvl7pPr>
            <a:lvl8pPr indent="-314325" lvl="7" marL="3657600" algn="ctr">
              <a:spcBef>
                <a:spcPts val="0"/>
              </a:spcBef>
              <a:spcAft>
                <a:spcPts val="0"/>
              </a:spcAft>
              <a:buSzPts val="1350"/>
              <a:buChar char="○"/>
              <a:defRPr/>
            </a:lvl8pPr>
            <a:lvl9pPr indent="-314325" lvl="8" marL="4114800" algn="ctr">
              <a:spcBef>
                <a:spcPts val="0"/>
              </a:spcBef>
              <a:spcAft>
                <a:spcPts val="0"/>
              </a:spcAft>
              <a:buSzPts val="1350"/>
              <a:buChar char="■"/>
              <a:defRPr/>
            </a:lvl9pPr>
          </a:lstStyle>
          <a:p/>
        </p:txBody>
      </p:sp>
      <p:sp>
        <p:nvSpPr>
          <p:cNvPr id="705" name="Google Shape;705;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706" name="Shape 706"/>
        <p:cNvGrpSpPr/>
        <p:nvPr/>
      </p:nvGrpSpPr>
      <p:grpSpPr>
        <a:xfrm>
          <a:off x="0" y="0"/>
          <a:ext cx="0" cy="0"/>
          <a:chOff x="0" y="0"/>
          <a:chExt cx="0" cy="0"/>
        </a:xfrm>
      </p:grpSpPr>
      <p:sp>
        <p:nvSpPr>
          <p:cNvPr id="707" name="Google Shape;707;p10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08" name="Google Shape;708;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09" name="Google Shape;709;p10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10" name="Google Shape;710;p10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11" name="Google Shape;711;p10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12" name="Google Shape;712;p10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13" name="Google Shape;713;p10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14" name="Google Shape;714;p10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715" name="Shape 715"/>
        <p:cNvGrpSpPr/>
        <p:nvPr/>
      </p:nvGrpSpPr>
      <p:grpSpPr>
        <a:xfrm>
          <a:off x="0" y="0"/>
          <a:ext cx="0" cy="0"/>
          <a:chOff x="0" y="0"/>
          <a:chExt cx="0" cy="0"/>
        </a:xfrm>
      </p:grpSpPr>
      <p:sp>
        <p:nvSpPr>
          <p:cNvPr id="716" name="Google Shape;716;p10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17" name="Google Shape;717;p10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18" name="Google Shape;718;p104"/>
          <p:cNvSpPr/>
          <p:nvPr>
            <p:ph idx="2" type="pic"/>
          </p:nvPr>
        </p:nvSpPr>
        <p:spPr>
          <a:xfrm>
            <a:off x="4992024" y="1152775"/>
            <a:ext cx="3840300" cy="3416400"/>
          </a:xfrm>
          <a:prstGeom prst="rect">
            <a:avLst/>
          </a:prstGeom>
          <a:noFill/>
          <a:ln>
            <a:noFill/>
          </a:ln>
        </p:spPr>
      </p:sp>
      <p:sp>
        <p:nvSpPr>
          <p:cNvPr id="719" name="Google Shape;719;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720" name="Shape 720"/>
        <p:cNvGrpSpPr/>
        <p:nvPr/>
      </p:nvGrpSpPr>
      <p:grpSpPr>
        <a:xfrm>
          <a:off x="0" y="0"/>
          <a:ext cx="0" cy="0"/>
          <a:chOff x="0" y="0"/>
          <a:chExt cx="0" cy="0"/>
        </a:xfrm>
      </p:grpSpPr>
      <p:sp>
        <p:nvSpPr>
          <p:cNvPr id="721" name="Google Shape;721;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2" name="Google Shape;722;p10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23" name="Google Shape;723;p10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24" name="Google Shape;724;p10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25" name="Google Shape;725;p10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26" name="Google Shape;726;p10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27" name="Shape 727"/>
        <p:cNvGrpSpPr/>
        <p:nvPr/>
      </p:nvGrpSpPr>
      <p:grpSpPr>
        <a:xfrm>
          <a:off x="0" y="0"/>
          <a:ext cx="0" cy="0"/>
          <a:chOff x="0" y="0"/>
          <a:chExt cx="0" cy="0"/>
        </a:xfrm>
      </p:grpSpPr>
      <p:sp>
        <p:nvSpPr>
          <p:cNvPr id="728" name="Google Shape;728;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9" name="Google Shape;729;p10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30" name="Google Shape;730;p10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31" name="Google Shape;731;p10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SzPts val="1350"/>
              <a:buChar char="●"/>
              <a:defRPr/>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32" name="Google Shape;732;p10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33" name="Google Shape;733;p10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34" name="Google Shape;734;p10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35" name="Google Shape;735;p10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736" name="Shape 736"/>
        <p:cNvGrpSpPr/>
        <p:nvPr/>
      </p:nvGrpSpPr>
      <p:grpSpPr>
        <a:xfrm>
          <a:off x="0" y="0"/>
          <a:ext cx="0" cy="0"/>
          <a:chOff x="0" y="0"/>
          <a:chExt cx="0" cy="0"/>
        </a:xfrm>
      </p:grpSpPr>
      <p:sp>
        <p:nvSpPr>
          <p:cNvPr id="737" name="Google Shape;737;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8" name="Google Shape;738;p10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39" name="Google Shape;739;p10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40" name="Google Shape;740;p10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41" name="Google Shape;741;p10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4325" lvl="1" marL="914400">
              <a:spcBef>
                <a:spcPts val="0"/>
              </a:spcBef>
              <a:spcAft>
                <a:spcPts val="0"/>
              </a:spcAft>
              <a:buSzPts val="1350"/>
              <a:buChar char="○"/>
              <a:defRPr/>
            </a:lvl2pPr>
            <a:lvl3pPr indent="-314325" lvl="2" marL="1371600">
              <a:spcBef>
                <a:spcPts val="0"/>
              </a:spcBef>
              <a:spcAft>
                <a:spcPts val="0"/>
              </a:spcAft>
              <a:buSzPts val="1350"/>
              <a:buChar char="■"/>
              <a:defRPr/>
            </a:lvl3pPr>
            <a:lvl4pPr indent="-314325" lvl="3" marL="1828800">
              <a:spcBef>
                <a:spcPts val="0"/>
              </a:spcBef>
              <a:spcAft>
                <a:spcPts val="0"/>
              </a:spcAft>
              <a:buSzPts val="1350"/>
              <a:buChar char="●"/>
              <a:defRPr/>
            </a:lvl4pPr>
            <a:lvl5pPr indent="-314325" lvl="4" marL="2286000">
              <a:spcBef>
                <a:spcPts val="0"/>
              </a:spcBef>
              <a:spcAft>
                <a:spcPts val="0"/>
              </a:spcAft>
              <a:buSzPts val="1350"/>
              <a:buChar char="○"/>
              <a:defRPr/>
            </a:lvl5pPr>
            <a:lvl6pPr indent="-314325" lvl="5" marL="2743200">
              <a:spcBef>
                <a:spcPts val="0"/>
              </a:spcBef>
              <a:spcAft>
                <a:spcPts val="0"/>
              </a:spcAft>
              <a:buSzPts val="1350"/>
              <a:buChar char="■"/>
              <a:defRPr/>
            </a:lvl6pPr>
            <a:lvl7pPr indent="-314325" lvl="6" marL="3200400">
              <a:spcBef>
                <a:spcPts val="0"/>
              </a:spcBef>
              <a:spcAft>
                <a:spcPts val="0"/>
              </a:spcAft>
              <a:buSzPts val="1350"/>
              <a:buChar char="●"/>
              <a:defRPr/>
            </a:lvl7pPr>
            <a:lvl8pPr indent="-314325" lvl="7" marL="3657600">
              <a:spcBef>
                <a:spcPts val="0"/>
              </a:spcBef>
              <a:spcAft>
                <a:spcPts val="0"/>
              </a:spcAft>
              <a:buSzPts val="1350"/>
              <a:buChar char="○"/>
              <a:defRPr/>
            </a:lvl8pPr>
            <a:lvl9pPr indent="-314325" lvl="8" marL="4114800">
              <a:spcBef>
                <a:spcPts val="0"/>
              </a:spcBef>
              <a:spcAft>
                <a:spcPts val="0"/>
              </a:spcAft>
              <a:buSzPts val="1350"/>
              <a:buChar char="■"/>
              <a:defRPr/>
            </a:lvl9pPr>
          </a:lstStyle>
          <a:p/>
        </p:txBody>
      </p:sp>
      <p:sp>
        <p:nvSpPr>
          <p:cNvPr id="742" name="Google Shape;742;p10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43" name="Google Shape;743;p10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44" name="Google Shape;744;p10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45" name="Google Shape;745;p10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746" name="Google Shape;746;p10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747" name="Shape 747"/>
        <p:cNvGrpSpPr/>
        <p:nvPr/>
      </p:nvGrpSpPr>
      <p:grpSpPr>
        <a:xfrm>
          <a:off x="0" y="0"/>
          <a:ext cx="0" cy="0"/>
          <a:chOff x="0" y="0"/>
          <a:chExt cx="0" cy="0"/>
        </a:xfrm>
      </p:grpSpPr>
      <p:sp>
        <p:nvSpPr>
          <p:cNvPr id="748" name="Google Shape;748;p108"/>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9" name="Google Shape;749;p108"/>
          <p:cNvSpPr/>
          <p:nvPr>
            <p:ph idx="2" type="pic"/>
          </p:nvPr>
        </p:nvSpPr>
        <p:spPr>
          <a:xfrm>
            <a:off x="4804825" y="1133300"/>
            <a:ext cx="4027500" cy="2392800"/>
          </a:xfrm>
          <a:prstGeom prst="rect">
            <a:avLst/>
          </a:prstGeom>
          <a:noFill/>
          <a:ln>
            <a:noFill/>
          </a:ln>
        </p:spPr>
      </p:sp>
      <p:sp>
        <p:nvSpPr>
          <p:cNvPr id="750" name="Google Shape;750;p108"/>
          <p:cNvSpPr/>
          <p:nvPr>
            <p:ph idx="3" type="pic"/>
          </p:nvPr>
        </p:nvSpPr>
        <p:spPr>
          <a:xfrm>
            <a:off x="311725" y="1133300"/>
            <a:ext cx="4027500" cy="2392800"/>
          </a:xfrm>
          <a:prstGeom prst="rect">
            <a:avLst/>
          </a:prstGeom>
          <a:noFill/>
          <a:ln>
            <a:noFill/>
          </a:ln>
        </p:spPr>
      </p:sp>
      <p:sp>
        <p:nvSpPr>
          <p:cNvPr id="751" name="Google Shape;751;p108"/>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2" name="Google Shape;752;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53" name="Google Shape;753;p10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54" name="Google Shape;754;p108"/>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55" name="Google Shape;755;p108"/>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756" name="Shape 756"/>
        <p:cNvGrpSpPr/>
        <p:nvPr/>
      </p:nvGrpSpPr>
      <p:grpSpPr>
        <a:xfrm>
          <a:off x="0" y="0"/>
          <a:ext cx="0" cy="0"/>
          <a:chOff x="0" y="0"/>
          <a:chExt cx="0" cy="0"/>
        </a:xfrm>
      </p:grpSpPr>
      <p:sp>
        <p:nvSpPr>
          <p:cNvPr id="757" name="Google Shape;757;p109"/>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8" name="Google Shape;758;p109"/>
          <p:cNvSpPr/>
          <p:nvPr>
            <p:ph idx="2" type="pic"/>
          </p:nvPr>
        </p:nvSpPr>
        <p:spPr>
          <a:xfrm>
            <a:off x="6205225" y="1128325"/>
            <a:ext cx="2627100" cy="2273100"/>
          </a:xfrm>
          <a:prstGeom prst="rect">
            <a:avLst/>
          </a:prstGeom>
          <a:noFill/>
          <a:ln>
            <a:noFill/>
          </a:ln>
        </p:spPr>
      </p:sp>
      <p:sp>
        <p:nvSpPr>
          <p:cNvPr id="759" name="Google Shape;759;p109"/>
          <p:cNvSpPr/>
          <p:nvPr>
            <p:ph idx="3" type="pic"/>
          </p:nvPr>
        </p:nvSpPr>
        <p:spPr>
          <a:xfrm>
            <a:off x="311725" y="1128325"/>
            <a:ext cx="2627100" cy="2273100"/>
          </a:xfrm>
          <a:prstGeom prst="rect">
            <a:avLst/>
          </a:prstGeom>
          <a:noFill/>
          <a:ln>
            <a:noFill/>
          </a:ln>
        </p:spPr>
      </p:sp>
      <p:sp>
        <p:nvSpPr>
          <p:cNvPr id="760" name="Google Shape;760;p109"/>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1" name="Google Shape;761;p109"/>
          <p:cNvSpPr/>
          <p:nvPr>
            <p:ph idx="5" type="pic"/>
          </p:nvPr>
        </p:nvSpPr>
        <p:spPr>
          <a:xfrm>
            <a:off x="3255250" y="1128325"/>
            <a:ext cx="2627100" cy="2273100"/>
          </a:xfrm>
          <a:prstGeom prst="rect">
            <a:avLst/>
          </a:prstGeom>
          <a:noFill/>
          <a:ln>
            <a:noFill/>
          </a:ln>
        </p:spPr>
      </p:sp>
      <p:sp>
        <p:nvSpPr>
          <p:cNvPr id="762" name="Google Shape;762;p109"/>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3" name="Google Shape;763;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64" name="Google Shape;764;p10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65" name="Google Shape;765;p109"/>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66" name="Google Shape;766;p109"/>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767" name="Google Shape;767;p109"/>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768" name="Shape 768"/>
        <p:cNvGrpSpPr/>
        <p:nvPr/>
      </p:nvGrpSpPr>
      <p:grpSpPr>
        <a:xfrm>
          <a:off x="0" y="0"/>
          <a:ext cx="0" cy="0"/>
          <a:chOff x="0" y="0"/>
          <a:chExt cx="0" cy="0"/>
        </a:xfrm>
      </p:grpSpPr>
      <p:sp>
        <p:nvSpPr>
          <p:cNvPr id="769" name="Google Shape;769;p110"/>
          <p:cNvSpPr/>
          <p:nvPr>
            <p:ph idx="2" type="pic"/>
          </p:nvPr>
        </p:nvSpPr>
        <p:spPr>
          <a:xfrm>
            <a:off x="311700" y="445025"/>
            <a:ext cx="8520600" cy="4218300"/>
          </a:xfrm>
          <a:prstGeom prst="rect">
            <a:avLst/>
          </a:prstGeom>
          <a:noFill/>
          <a:ln>
            <a:noFill/>
          </a:ln>
        </p:spPr>
      </p:sp>
      <p:sp>
        <p:nvSpPr>
          <p:cNvPr id="770" name="Google Shape;770;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771" name="Shape 771"/>
        <p:cNvGrpSpPr/>
        <p:nvPr/>
      </p:nvGrpSpPr>
      <p:grpSpPr>
        <a:xfrm>
          <a:off x="0" y="0"/>
          <a:ext cx="0" cy="0"/>
          <a:chOff x="0" y="0"/>
          <a:chExt cx="0" cy="0"/>
        </a:xfrm>
      </p:grpSpPr>
      <p:sp>
        <p:nvSpPr>
          <p:cNvPr id="772" name="Google Shape;772;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73" name="Google Shape;773;p111"/>
          <p:cNvSpPr/>
          <p:nvPr>
            <p:ph idx="2" type="pic"/>
          </p:nvPr>
        </p:nvSpPr>
        <p:spPr>
          <a:xfrm>
            <a:off x="3389600" y="118913"/>
            <a:ext cx="1643700" cy="1535100"/>
          </a:xfrm>
          <a:prstGeom prst="rect">
            <a:avLst/>
          </a:prstGeom>
          <a:noFill/>
          <a:ln>
            <a:noFill/>
          </a:ln>
        </p:spPr>
      </p:sp>
      <p:sp>
        <p:nvSpPr>
          <p:cNvPr id="774" name="Google Shape;774;p111"/>
          <p:cNvSpPr/>
          <p:nvPr>
            <p:ph idx="3" type="pic"/>
          </p:nvPr>
        </p:nvSpPr>
        <p:spPr>
          <a:xfrm>
            <a:off x="5195935" y="118913"/>
            <a:ext cx="1643700" cy="1535100"/>
          </a:xfrm>
          <a:prstGeom prst="rect">
            <a:avLst/>
          </a:prstGeom>
          <a:noFill/>
          <a:ln>
            <a:noFill/>
          </a:ln>
        </p:spPr>
      </p:sp>
      <p:sp>
        <p:nvSpPr>
          <p:cNvPr id="775" name="Google Shape;775;p111"/>
          <p:cNvSpPr/>
          <p:nvPr>
            <p:ph idx="4" type="pic"/>
          </p:nvPr>
        </p:nvSpPr>
        <p:spPr>
          <a:xfrm>
            <a:off x="7002270" y="118913"/>
            <a:ext cx="1643700" cy="1535100"/>
          </a:xfrm>
          <a:prstGeom prst="rect">
            <a:avLst/>
          </a:prstGeom>
          <a:noFill/>
          <a:ln>
            <a:noFill/>
          </a:ln>
        </p:spPr>
      </p:sp>
      <p:sp>
        <p:nvSpPr>
          <p:cNvPr id="776" name="Google Shape;776;p111"/>
          <p:cNvSpPr/>
          <p:nvPr>
            <p:ph idx="5" type="pic"/>
          </p:nvPr>
        </p:nvSpPr>
        <p:spPr>
          <a:xfrm>
            <a:off x="3389588" y="1804212"/>
            <a:ext cx="1643700" cy="1535100"/>
          </a:xfrm>
          <a:prstGeom prst="rect">
            <a:avLst/>
          </a:prstGeom>
          <a:noFill/>
          <a:ln>
            <a:noFill/>
          </a:ln>
        </p:spPr>
      </p:sp>
      <p:sp>
        <p:nvSpPr>
          <p:cNvPr id="777" name="Google Shape;777;p111"/>
          <p:cNvSpPr/>
          <p:nvPr>
            <p:ph idx="6" type="pic"/>
          </p:nvPr>
        </p:nvSpPr>
        <p:spPr>
          <a:xfrm>
            <a:off x="5195922" y="1804212"/>
            <a:ext cx="1643700" cy="1535100"/>
          </a:xfrm>
          <a:prstGeom prst="rect">
            <a:avLst/>
          </a:prstGeom>
          <a:noFill/>
          <a:ln>
            <a:noFill/>
          </a:ln>
        </p:spPr>
      </p:sp>
      <p:sp>
        <p:nvSpPr>
          <p:cNvPr id="778" name="Google Shape;778;p111"/>
          <p:cNvSpPr/>
          <p:nvPr>
            <p:ph idx="7" type="pic"/>
          </p:nvPr>
        </p:nvSpPr>
        <p:spPr>
          <a:xfrm>
            <a:off x="7002257" y="1804212"/>
            <a:ext cx="1643700" cy="1535100"/>
          </a:xfrm>
          <a:prstGeom prst="rect">
            <a:avLst/>
          </a:prstGeom>
          <a:noFill/>
          <a:ln>
            <a:noFill/>
          </a:ln>
        </p:spPr>
      </p:sp>
      <p:sp>
        <p:nvSpPr>
          <p:cNvPr id="779" name="Google Shape;779;p111"/>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780" name="Google Shape;780;p111"/>
          <p:cNvSpPr/>
          <p:nvPr>
            <p:ph idx="8" type="pic"/>
          </p:nvPr>
        </p:nvSpPr>
        <p:spPr>
          <a:xfrm>
            <a:off x="3389588" y="3489487"/>
            <a:ext cx="1643700" cy="1535100"/>
          </a:xfrm>
          <a:prstGeom prst="rect">
            <a:avLst/>
          </a:prstGeom>
          <a:noFill/>
          <a:ln>
            <a:noFill/>
          </a:ln>
        </p:spPr>
      </p:sp>
      <p:sp>
        <p:nvSpPr>
          <p:cNvPr id="781" name="Google Shape;781;p111"/>
          <p:cNvSpPr/>
          <p:nvPr>
            <p:ph idx="9" type="pic"/>
          </p:nvPr>
        </p:nvSpPr>
        <p:spPr>
          <a:xfrm>
            <a:off x="5195922" y="3489487"/>
            <a:ext cx="1643700" cy="1535100"/>
          </a:xfrm>
          <a:prstGeom prst="rect">
            <a:avLst/>
          </a:prstGeom>
          <a:noFill/>
          <a:ln>
            <a:noFill/>
          </a:ln>
        </p:spPr>
      </p:sp>
      <p:sp>
        <p:nvSpPr>
          <p:cNvPr id="782" name="Google Shape;782;p111"/>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type="tx">
  <p:cSld name="TITLE_AND_BODY">
    <p:bg>
      <p:bgPr>
        <a:solidFill>
          <a:schemeClr val="lt1"/>
        </a:solidFill>
      </p:bgPr>
    </p:bg>
    <p:spTree>
      <p:nvGrpSpPr>
        <p:cNvPr id="783" name="Shape 783"/>
        <p:cNvGrpSpPr/>
        <p:nvPr/>
      </p:nvGrpSpPr>
      <p:grpSpPr>
        <a:xfrm>
          <a:off x="0" y="0"/>
          <a:ext cx="0" cy="0"/>
          <a:chOff x="0" y="0"/>
          <a:chExt cx="0" cy="0"/>
        </a:xfrm>
      </p:grpSpPr>
      <p:sp>
        <p:nvSpPr>
          <p:cNvPr id="784" name="Google Shape;784;p112"/>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85" name="Google Shape;785;p112"/>
          <p:cNvSpPr/>
          <p:nvPr>
            <p:ph idx="2" type="pic"/>
          </p:nvPr>
        </p:nvSpPr>
        <p:spPr>
          <a:xfrm>
            <a:off x="228600" y="1322475"/>
            <a:ext cx="8686800" cy="3592500"/>
          </a:xfrm>
          <a:prstGeom prst="rect">
            <a:avLst/>
          </a:prstGeom>
          <a:noFill/>
          <a:ln>
            <a:noFill/>
          </a:ln>
        </p:spPr>
      </p:sp>
      <p:sp>
        <p:nvSpPr>
          <p:cNvPr id="786" name="Google Shape;786;p112"/>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Rubik"/>
              <a:ea typeface="Rubik"/>
              <a:cs typeface="Rubik"/>
              <a:sym typeface="Rubik"/>
            </a:endParaRPr>
          </a:p>
        </p:txBody>
      </p:sp>
      <p:sp>
        <p:nvSpPr>
          <p:cNvPr id="787" name="Google Shape;787;p112"/>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two columns" type="twoColTx">
  <p:cSld name="TITLE_AND_TWO_COLUMNS">
    <p:bg>
      <p:bgPr>
        <a:solidFill>
          <a:schemeClr val="lt1"/>
        </a:solidFill>
      </p:bgPr>
    </p:bg>
    <p:spTree>
      <p:nvGrpSpPr>
        <p:cNvPr id="788" name="Shape 788"/>
        <p:cNvGrpSpPr/>
        <p:nvPr/>
      </p:nvGrpSpPr>
      <p:grpSpPr>
        <a:xfrm>
          <a:off x="0" y="0"/>
          <a:ext cx="0" cy="0"/>
          <a:chOff x="0" y="0"/>
          <a:chExt cx="0" cy="0"/>
        </a:xfrm>
      </p:grpSpPr>
      <p:sp>
        <p:nvSpPr>
          <p:cNvPr id="789" name="Google Shape;789;p113"/>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790" name="Google Shape;790;p113"/>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791" name="Google Shape;791;p113"/>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792" name="Google Shape;792;p113"/>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793" name="Google Shape;793;p113"/>
          <p:cNvSpPr/>
          <p:nvPr/>
        </p:nvSpPr>
        <p:spPr>
          <a:xfrm>
            <a:off x="227150"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794" name="Google Shape;794;p113"/>
          <p:cNvSpPr txBox="1"/>
          <p:nvPr>
            <p:ph idx="1" type="body"/>
          </p:nvPr>
        </p:nvSpPr>
        <p:spPr>
          <a:xfrm>
            <a:off x="688450"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795" name="Google Shape;795;p113"/>
          <p:cNvSpPr/>
          <p:nvPr/>
        </p:nvSpPr>
        <p:spPr>
          <a:xfrm>
            <a:off x="4685575" y="1762300"/>
            <a:ext cx="42297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1200"/>
              </a:spcAft>
              <a:buSzPts val="1100"/>
              <a:buNone/>
            </a:pPr>
            <a:r>
              <a:t/>
            </a:r>
            <a:endParaRPr>
              <a:latin typeface="Rubik SemiBold"/>
              <a:ea typeface="Rubik SemiBold"/>
              <a:cs typeface="Rubik SemiBold"/>
              <a:sym typeface="Rubik SemiBold"/>
            </a:endParaRPr>
          </a:p>
        </p:txBody>
      </p:sp>
      <p:sp>
        <p:nvSpPr>
          <p:cNvPr id="796" name="Google Shape;796;p113"/>
          <p:cNvSpPr txBox="1"/>
          <p:nvPr>
            <p:ph idx="2" type="body"/>
          </p:nvPr>
        </p:nvSpPr>
        <p:spPr>
          <a:xfrm>
            <a:off x="5146875" y="2146900"/>
            <a:ext cx="3309900" cy="2383200"/>
          </a:xfrm>
          <a:prstGeom prst="rect">
            <a:avLst/>
          </a:prstGeom>
        </p:spPr>
        <p:txBody>
          <a:bodyPr anchorCtr="0" anchor="ctr" bIns="91425" lIns="91425" spcFirstLastPara="1" rIns="91425" wrap="square" tIns="91425">
            <a:normAutofit/>
          </a:bodyPr>
          <a:lstStyle>
            <a:lvl1pPr indent="-317500" lvl="0" marL="457200" algn="ctr">
              <a:lnSpc>
                <a:spcPct val="100000"/>
              </a:lnSpc>
              <a:spcBef>
                <a:spcPts val="0"/>
              </a:spcBef>
              <a:spcAft>
                <a:spcPts val="0"/>
              </a:spcAft>
              <a:buClr>
                <a:schemeClr val="lt2"/>
              </a:buClr>
              <a:buSzPts val="1400"/>
              <a:buChar char="●"/>
              <a:defRPr b="1" sz="1400">
                <a:solidFill>
                  <a:schemeClr val="lt2"/>
                </a:solidFill>
              </a:defRPr>
            </a:lvl1pPr>
            <a:lvl2pPr indent="-317500" lvl="1" marL="914400" algn="ctr">
              <a:lnSpc>
                <a:spcPct val="100000"/>
              </a:lnSpc>
              <a:spcBef>
                <a:spcPts val="0"/>
              </a:spcBef>
              <a:spcAft>
                <a:spcPts val="0"/>
              </a:spcAft>
              <a:buClr>
                <a:schemeClr val="lt2"/>
              </a:buClr>
              <a:buSzPts val="1400"/>
              <a:buChar char="○"/>
              <a:defRPr b="1" sz="1400">
                <a:solidFill>
                  <a:schemeClr val="lt2"/>
                </a:solidFill>
              </a:defRPr>
            </a:lvl2pPr>
            <a:lvl3pPr indent="-317500" lvl="2" marL="1371600" algn="ctr">
              <a:lnSpc>
                <a:spcPct val="100000"/>
              </a:lnSpc>
              <a:spcBef>
                <a:spcPts val="0"/>
              </a:spcBef>
              <a:spcAft>
                <a:spcPts val="0"/>
              </a:spcAft>
              <a:buClr>
                <a:schemeClr val="lt2"/>
              </a:buClr>
              <a:buSzPts val="1400"/>
              <a:buChar char="■"/>
              <a:defRPr b="1" sz="1400">
                <a:solidFill>
                  <a:schemeClr val="lt2"/>
                </a:solidFill>
              </a:defRPr>
            </a:lvl3pPr>
            <a:lvl4pPr indent="-317500" lvl="3" marL="1828800" algn="ctr">
              <a:lnSpc>
                <a:spcPct val="100000"/>
              </a:lnSpc>
              <a:spcBef>
                <a:spcPts val="0"/>
              </a:spcBef>
              <a:spcAft>
                <a:spcPts val="0"/>
              </a:spcAft>
              <a:buClr>
                <a:schemeClr val="lt2"/>
              </a:buClr>
              <a:buSzPts val="1400"/>
              <a:buChar char="●"/>
              <a:defRPr b="1" sz="1400">
                <a:solidFill>
                  <a:schemeClr val="lt2"/>
                </a:solidFill>
              </a:defRPr>
            </a:lvl4pPr>
            <a:lvl5pPr indent="-317500" lvl="4" marL="2286000" algn="ctr">
              <a:lnSpc>
                <a:spcPct val="100000"/>
              </a:lnSpc>
              <a:spcBef>
                <a:spcPts val="0"/>
              </a:spcBef>
              <a:spcAft>
                <a:spcPts val="0"/>
              </a:spcAft>
              <a:buClr>
                <a:schemeClr val="lt2"/>
              </a:buClr>
              <a:buSzPts val="1400"/>
              <a:buChar char="○"/>
              <a:defRPr b="1" sz="1400">
                <a:solidFill>
                  <a:schemeClr val="lt2"/>
                </a:solidFill>
              </a:defRPr>
            </a:lvl5pPr>
            <a:lvl6pPr indent="-317500" lvl="5" marL="2743200" algn="ctr">
              <a:lnSpc>
                <a:spcPct val="100000"/>
              </a:lnSpc>
              <a:spcBef>
                <a:spcPts val="0"/>
              </a:spcBef>
              <a:spcAft>
                <a:spcPts val="0"/>
              </a:spcAft>
              <a:buClr>
                <a:schemeClr val="lt2"/>
              </a:buClr>
              <a:buSzPts val="1400"/>
              <a:buChar char="■"/>
              <a:defRPr b="1" sz="1400">
                <a:solidFill>
                  <a:schemeClr val="lt2"/>
                </a:solidFill>
              </a:defRPr>
            </a:lvl6pPr>
            <a:lvl7pPr indent="-317500" lvl="6" marL="3200400" algn="ctr">
              <a:lnSpc>
                <a:spcPct val="100000"/>
              </a:lnSpc>
              <a:spcBef>
                <a:spcPts val="0"/>
              </a:spcBef>
              <a:spcAft>
                <a:spcPts val="0"/>
              </a:spcAft>
              <a:buClr>
                <a:schemeClr val="lt2"/>
              </a:buClr>
              <a:buSzPts val="1400"/>
              <a:buChar char="●"/>
              <a:defRPr b="1" sz="1400">
                <a:solidFill>
                  <a:schemeClr val="lt2"/>
                </a:solidFill>
              </a:defRPr>
            </a:lvl7pPr>
            <a:lvl8pPr indent="-317500" lvl="7" marL="3657600" algn="ctr">
              <a:lnSpc>
                <a:spcPct val="100000"/>
              </a:lnSpc>
              <a:spcBef>
                <a:spcPts val="0"/>
              </a:spcBef>
              <a:spcAft>
                <a:spcPts val="0"/>
              </a:spcAft>
              <a:buClr>
                <a:schemeClr val="lt2"/>
              </a:buClr>
              <a:buSzPts val="1400"/>
              <a:buChar char="○"/>
              <a:defRPr b="1" sz="1400">
                <a:solidFill>
                  <a:schemeClr val="lt2"/>
                </a:solidFill>
              </a:defRPr>
            </a:lvl8pPr>
            <a:lvl9pPr indent="-317500" lvl="8" marL="4114800" algn="ctr">
              <a:lnSpc>
                <a:spcPct val="100000"/>
              </a:lnSpc>
              <a:spcBef>
                <a:spcPts val="0"/>
              </a:spcBef>
              <a:spcAft>
                <a:spcPts val="0"/>
              </a:spcAft>
              <a:buClr>
                <a:schemeClr val="lt2"/>
              </a:buClr>
              <a:buSzPts val="1400"/>
              <a:buChar char="■"/>
              <a:defRPr b="1" sz="1400">
                <a:solidFill>
                  <a:schemeClr val="lt2"/>
                </a:solidFill>
              </a:defRPr>
            </a:lvl9pPr>
          </a:lstStyle>
          <a:p/>
        </p:txBody>
      </p:sp>
      <p:sp>
        <p:nvSpPr>
          <p:cNvPr id="797" name="Google Shape;797;p113"/>
          <p:cNvSpPr txBox="1"/>
          <p:nvPr>
            <p:ph idx="3"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and body">
  <p:cSld name="CUSTOM">
    <p:bg>
      <p:bgPr>
        <a:solidFill>
          <a:schemeClr val="lt1"/>
        </a:solidFill>
      </p:bgPr>
    </p:bg>
    <p:spTree>
      <p:nvGrpSpPr>
        <p:cNvPr id="798" name="Shape 798"/>
        <p:cNvGrpSpPr/>
        <p:nvPr/>
      </p:nvGrpSpPr>
      <p:grpSpPr>
        <a:xfrm>
          <a:off x="0" y="0"/>
          <a:ext cx="0" cy="0"/>
          <a:chOff x="0" y="0"/>
          <a:chExt cx="0" cy="0"/>
        </a:xfrm>
      </p:grpSpPr>
      <p:sp>
        <p:nvSpPr>
          <p:cNvPr id="799" name="Google Shape;799;p114"/>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00" name="Google Shape;800;p11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01" name="Google Shape;801;p114"/>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802" name="Google Shape;802;p114"/>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803" name="Google Shape;803;p114"/>
          <p:cNvSpPr/>
          <p:nvPr/>
        </p:nvSpPr>
        <p:spPr>
          <a:xfrm>
            <a:off x="228450" y="1762300"/>
            <a:ext cx="86868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804" name="Google Shape;804;p114"/>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805" name="Google Shape;805;p114"/>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e column and image">
  <p:cSld name="CUSTOM_1">
    <p:bg>
      <p:bgPr>
        <a:solidFill>
          <a:schemeClr val="lt1"/>
        </a:solidFill>
      </p:bgPr>
    </p:bg>
    <p:spTree>
      <p:nvGrpSpPr>
        <p:cNvPr id="806" name="Shape 806"/>
        <p:cNvGrpSpPr/>
        <p:nvPr/>
      </p:nvGrpSpPr>
      <p:grpSpPr>
        <a:xfrm>
          <a:off x="0" y="0"/>
          <a:ext cx="0" cy="0"/>
          <a:chOff x="0" y="0"/>
          <a:chExt cx="0" cy="0"/>
        </a:xfrm>
      </p:grpSpPr>
      <p:sp>
        <p:nvSpPr>
          <p:cNvPr id="807" name="Google Shape;807;p115"/>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08" name="Google Shape;808;p11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09" name="Google Shape;809;p115"/>
          <p:cNvSpPr/>
          <p:nvPr/>
        </p:nvSpPr>
        <p:spPr>
          <a:xfrm>
            <a:off x="228600" y="1092900"/>
            <a:ext cx="8686800" cy="441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Young Serif"/>
              <a:ea typeface="Young Serif"/>
              <a:cs typeface="Young Serif"/>
              <a:sym typeface="Young Serif"/>
            </a:endParaRPr>
          </a:p>
        </p:txBody>
      </p:sp>
      <p:sp>
        <p:nvSpPr>
          <p:cNvPr id="810" name="Google Shape;810;p115"/>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1"/>
              </a:buClr>
              <a:buSzPts val="2000"/>
              <a:buNone/>
              <a:defRPr>
                <a:solidFill>
                  <a:schemeClr val="accent1"/>
                </a:solidFill>
              </a:defRPr>
            </a:lvl1pPr>
            <a:lvl2pPr lvl="1" algn="ctr">
              <a:spcBef>
                <a:spcPts val="0"/>
              </a:spcBef>
              <a:spcAft>
                <a:spcPts val="0"/>
              </a:spcAft>
              <a:buClr>
                <a:schemeClr val="accent1"/>
              </a:buClr>
              <a:buSzPts val="2000"/>
              <a:buNone/>
              <a:defRPr>
                <a:solidFill>
                  <a:schemeClr val="accent1"/>
                </a:solidFill>
              </a:defRPr>
            </a:lvl2pPr>
            <a:lvl3pPr lvl="2" algn="ctr">
              <a:spcBef>
                <a:spcPts val="0"/>
              </a:spcBef>
              <a:spcAft>
                <a:spcPts val="0"/>
              </a:spcAft>
              <a:buClr>
                <a:schemeClr val="accent1"/>
              </a:buClr>
              <a:buSzPts val="2000"/>
              <a:buNone/>
              <a:defRPr>
                <a:solidFill>
                  <a:schemeClr val="accent1"/>
                </a:solidFill>
              </a:defRPr>
            </a:lvl3pPr>
            <a:lvl4pPr lvl="3" algn="ctr">
              <a:spcBef>
                <a:spcPts val="0"/>
              </a:spcBef>
              <a:spcAft>
                <a:spcPts val="0"/>
              </a:spcAft>
              <a:buClr>
                <a:schemeClr val="accent1"/>
              </a:buClr>
              <a:buSzPts val="2000"/>
              <a:buNone/>
              <a:defRPr>
                <a:solidFill>
                  <a:schemeClr val="accent1"/>
                </a:solidFill>
              </a:defRPr>
            </a:lvl4pPr>
            <a:lvl5pPr lvl="4" algn="ctr">
              <a:spcBef>
                <a:spcPts val="0"/>
              </a:spcBef>
              <a:spcAft>
                <a:spcPts val="0"/>
              </a:spcAft>
              <a:buClr>
                <a:schemeClr val="accent1"/>
              </a:buClr>
              <a:buSzPts val="2000"/>
              <a:buNone/>
              <a:defRPr>
                <a:solidFill>
                  <a:schemeClr val="accent1"/>
                </a:solidFill>
              </a:defRPr>
            </a:lvl5pPr>
            <a:lvl6pPr lvl="5" algn="ctr">
              <a:spcBef>
                <a:spcPts val="0"/>
              </a:spcBef>
              <a:spcAft>
                <a:spcPts val="0"/>
              </a:spcAft>
              <a:buClr>
                <a:schemeClr val="accent1"/>
              </a:buClr>
              <a:buSzPts val="2000"/>
              <a:buNone/>
              <a:defRPr>
                <a:solidFill>
                  <a:schemeClr val="accent1"/>
                </a:solidFill>
              </a:defRPr>
            </a:lvl6pPr>
            <a:lvl7pPr lvl="6" algn="ctr">
              <a:spcBef>
                <a:spcPts val="0"/>
              </a:spcBef>
              <a:spcAft>
                <a:spcPts val="0"/>
              </a:spcAft>
              <a:buClr>
                <a:schemeClr val="accent1"/>
              </a:buClr>
              <a:buSzPts val="2000"/>
              <a:buNone/>
              <a:defRPr>
                <a:solidFill>
                  <a:schemeClr val="accent1"/>
                </a:solidFill>
              </a:defRPr>
            </a:lvl7pPr>
            <a:lvl8pPr lvl="7" algn="ctr">
              <a:spcBef>
                <a:spcPts val="0"/>
              </a:spcBef>
              <a:spcAft>
                <a:spcPts val="0"/>
              </a:spcAft>
              <a:buClr>
                <a:schemeClr val="accent1"/>
              </a:buClr>
              <a:buSzPts val="2000"/>
              <a:buNone/>
              <a:defRPr>
                <a:solidFill>
                  <a:schemeClr val="accent1"/>
                </a:solidFill>
              </a:defRPr>
            </a:lvl8pPr>
            <a:lvl9pPr lvl="8" algn="ctr">
              <a:spcBef>
                <a:spcPts val="0"/>
              </a:spcBef>
              <a:spcAft>
                <a:spcPts val="0"/>
              </a:spcAft>
              <a:buClr>
                <a:schemeClr val="accent1"/>
              </a:buClr>
              <a:buSzPts val="2000"/>
              <a:buNone/>
              <a:defRPr>
                <a:solidFill>
                  <a:schemeClr val="accent1"/>
                </a:solidFill>
              </a:defRPr>
            </a:lvl9pPr>
          </a:lstStyle>
          <a:p/>
        </p:txBody>
      </p:sp>
      <p:sp>
        <p:nvSpPr>
          <p:cNvPr id="811" name="Google Shape;811;p115"/>
          <p:cNvSpPr/>
          <p:nvPr>
            <p:ph idx="2" type="pic"/>
          </p:nvPr>
        </p:nvSpPr>
        <p:spPr>
          <a:xfrm>
            <a:off x="4685900" y="1762300"/>
            <a:ext cx="4229400" cy="3152400"/>
          </a:xfrm>
          <a:prstGeom prst="rect">
            <a:avLst/>
          </a:prstGeom>
          <a:noFill/>
          <a:ln>
            <a:noFill/>
          </a:ln>
        </p:spPr>
      </p:sp>
      <p:sp>
        <p:nvSpPr>
          <p:cNvPr id="812" name="Google Shape;812;p115"/>
          <p:cNvSpPr/>
          <p:nvPr/>
        </p:nvSpPr>
        <p:spPr>
          <a:xfrm>
            <a:off x="228450" y="1762300"/>
            <a:ext cx="4229400" cy="31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ubik"/>
              <a:ea typeface="Rubik"/>
              <a:cs typeface="Rubik"/>
              <a:sym typeface="Rubik"/>
            </a:endParaRPr>
          </a:p>
        </p:txBody>
      </p:sp>
      <p:sp>
        <p:nvSpPr>
          <p:cNvPr id="813" name="Google Shape;813;p115"/>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lvl1pPr indent="-314325" lvl="0" marL="457200">
              <a:spcBef>
                <a:spcPts val="0"/>
              </a:spcBef>
              <a:spcAft>
                <a:spcPts val="0"/>
              </a:spcAft>
              <a:buClr>
                <a:schemeClr val="lt2"/>
              </a:buClr>
              <a:buSzPts val="1350"/>
              <a:buChar char="●"/>
              <a:defRPr>
                <a:solidFill>
                  <a:schemeClr val="lt2"/>
                </a:solidFill>
              </a:defRPr>
            </a:lvl1pPr>
            <a:lvl2pPr indent="-314325" lvl="1" marL="914400">
              <a:spcBef>
                <a:spcPts val="0"/>
              </a:spcBef>
              <a:spcAft>
                <a:spcPts val="0"/>
              </a:spcAft>
              <a:buClr>
                <a:schemeClr val="lt2"/>
              </a:buClr>
              <a:buSzPts val="1350"/>
              <a:buChar char="○"/>
              <a:defRPr>
                <a:solidFill>
                  <a:schemeClr val="lt2"/>
                </a:solidFill>
              </a:defRPr>
            </a:lvl2pPr>
            <a:lvl3pPr indent="-314325" lvl="2" marL="1371600">
              <a:spcBef>
                <a:spcPts val="0"/>
              </a:spcBef>
              <a:spcAft>
                <a:spcPts val="0"/>
              </a:spcAft>
              <a:buClr>
                <a:schemeClr val="lt2"/>
              </a:buClr>
              <a:buSzPts val="1350"/>
              <a:buChar char="■"/>
              <a:defRPr>
                <a:solidFill>
                  <a:schemeClr val="lt2"/>
                </a:solidFill>
              </a:defRPr>
            </a:lvl3pPr>
            <a:lvl4pPr indent="-314325" lvl="3" marL="1828800">
              <a:spcBef>
                <a:spcPts val="0"/>
              </a:spcBef>
              <a:spcAft>
                <a:spcPts val="0"/>
              </a:spcAft>
              <a:buClr>
                <a:schemeClr val="lt2"/>
              </a:buClr>
              <a:buSzPts val="1350"/>
              <a:buChar char="●"/>
              <a:defRPr>
                <a:solidFill>
                  <a:schemeClr val="lt2"/>
                </a:solidFill>
              </a:defRPr>
            </a:lvl4pPr>
            <a:lvl5pPr indent="-314325" lvl="4" marL="2286000">
              <a:spcBef>
                <a:spcPts val="0"/>
              </a:spcBef>
              <a:spcAft>
                <a:spcPts val="0"/>
              </a:spcAft>
              <a:buClr>
                <a:schemeClr val="lt2"/>
              </a:buClr>
              <a:buSzPts val="1350"/>
              <a:buChar char="○"/>
              <a:defRPr>
                <a:solidFill>
                  <a:schemeClr val="lt2"/>
                </a:solidFill>
              </a:defRPr>
            </a:lvl5pPr>
            <a:lvl6pPr indent="-314325" lvl="5" marL="2743200">
              <a:spcBef>
                <a:spcPts val="0"/>
              </a:spcBef>
              <a:spcAft>
                <a:spcPts val="0"/>
              </a:spcAft>
              <a:buClr>
                <a:schemeClr val="lt2"/>
              </a:buClr>
              <a:buSzPts val="1350"/>
              <a:buChar char="■"/>
              <a:defRPr>
                <a:solidFill>
                  <a:schemeClr val="lt2"/>
                </a:solidFill>
              </a:defRPr>
            </a:lvl6pPr>
            <a:lvl7pPr indent="-314325" lvl="6" marL="3200400">
              <a:spcBef>
                <a:spcPts val="0"/>
              </a:spcBef>
              <a:spcAft>
                <a:spcPts val="0"/>
              </a:spcAft>
              <a:buClr>
                <a:schemeClr val="lt2"/>
              </a:buClr>
              <a:buSzPts val="1350"/>
              <a:buChar char="●"/>
              <a:defRPr>
                <a:solidFill>
                  <a:schemeClr val="lt2"/>
                </a:solidFill>
              </a:defRPr>
            </a:lvl7pPr>
            <a:lvl8pPr indent="-314325" lvl="7" marL="3657600">
              <a:spcBef>
                <a:spcPts val="0"/>
              </a:spcBef>
              <a:spcAft>
                <a:spcPts val="0"/>
              </a:spcAft>
              <a:buClr>
                <a:schemeClr val="lt2"/>
              </a:buClr>
              <a:buSzPts val="1350"/>
              <a:buChar char="○"/>
              <a:defRPr>
                <a:solidFill>
                  <a:schemeClr val="lt2"/>
                </a:solidFill>
              </a:defRPr>
            </a:lvl8pPr>
            <a:lvl9pPr indent="-314325" lvl="8" marL="4114800">
              <a:spcBef>
                <a:spcPts val="0"/>
              </a:spcBef>
              <a:spcAft>
                <a:spcPts val="0"/>
              </a:spcAft>
              <a:buClr>
                <a:schemeClr val="lt2"/>
              </a:buClr>
              <a:buSzPts val="1350"/>
              <a:buChar char="■"/>
              <a:defRPr>
                <a:solidFill>
                  <a:schemeClr val="lt2"/>
                </a:solidFill>
              </a:defRPr>
            </a:lvl9pPr>
          </a:lstStyle>
          <a:p/>
        </p:txBody>
      </p:sp>
      <p:sp>
        <p:nvSpPr>
          <p:cNvPr id="814" name="Google Shape;814;p115"/>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1">
  <p:cSld name="CUSTOM_2">
    <p:bg>
      <p:bgPr>
        <a:solidFill>
          <a:schemeClr val="lt1"/>
        </a:solidFill>
      </p:bgPr>
    </p:bg>
    <p:spTree>
      <p:nvGrpSpPr>
        <p:cNvPr id="815" name="Shape 815"/>
        <p:cNvGrpSpPr/>
        <p:nvPr/>
      </p:nvGrpSpPr>
      <p:grpSpPr>
        <a:xfrm>
          <a:off x="0" y="0"/>
          <a:ext cx="0" cy="0"/>
          <a:chOff x="0" y="0"/>
          <a:chExt cx="0" cy="0"/>
        </a:xfrm>
      </p:grpSpPr>
      <p:sp>
        <p:nvSpPr>
          <p:cNvPr id="816" name="Google Shape;816;p116"/>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17" name="Google Shape;817;p116"/>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18" name="Google Shape;818;p116"/>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819" name="Google Shape;819;p116"/>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820" name="Google Shape;820;p116"/>
          <p:cNvSpPr/>
          <p:nvPr>
            <p:ph idx="2" type="pic"/>
          </p:nvPr>
        </p:nvSpPr>
        <p:spPr>
          <a:xfrm>
            <a:off x="228600" y="3062975"/>
            <a:ext cx="8686800" cy="1851900"/>
          </a:xfrm>
          <a:prstGeom prst="rect">
            <a:avLst/>
          </a:prstGeom>
          <a:noFill/>
          <a:ln>
            <a:noFill/>
          </a:ln>
        </p:spPr>
      </p:sp>
      <p:sp>
        <p:nvSpPr>
          <p:cNvPr id="821" name="Google Shape;821;p116"/>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822" name="Google Shape;822;p116"/>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23" name="Google Shape;823;p116"/>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824" name="Google Shape;824;p116"/>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825" name="Google Shape;825;p116"/>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2">
  <p:cSld name="CUSTOM_2_1">
    <p:bg>
      <p:bgPr>
        <a:solidFill>
          <a:schemeClr val="lt1"/>
        </a:solidFill>
      </p:bgPr>
    </p:bg>
    <p:spTree>
      <p:nvGrpSpPr>
        <p:cNvPr id="826" name="Shape 826"/>
        <p:cNvGrpSpPr/>
        <p:nvPr/>
      </p:nvGrpSpPr>
      <p:grpSpPr>
        <a:xfrm>
          <a:off x="0" y="0"/>
          <a:ext cx="0" cy="0"/>
          <a:chOff x="0" y="0"/>
          <a:chExt cx="0" cy="0"/>
        </a:xfrm>
      </p:grpSpPr>
      <p:sp>
        <p:nvSpPr>
          <p:cNvPr id="827" name="Google Shape;827;p117"/>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28" name="Google Shape;828;p117"/>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29" name="Google Shape;829;p117"/>
          <p:cNvSpPr/>
          <p:nvPr>
            <p:ph idx="2" type="pic"/>
          </p:nvPr>
        </p:nvSpPr>
        <p:spPr>
          <a:xfrm>
            <a:off x="228600" y="3062975"/>
            <a:ext cx="8686800" cy="1851900"/>
          </a:xfrm>
          <a:prstGeom prst="rect">
            <a:avLst/>
          </a:prstGeom>
          <a:noFill/>
          <a:ln>
            <a:noFill/>
          </a:ln>
        </p:spPr>
      </p:sp>
      <p:sp>
        <p:nvSpPr>
          <p:cNvPr id="830" name="Google Shape;830;p117"/>
          <p:cNvSpPr/>
          <p:nvPr/>
        </p:nvSpPr>
        <p:spPr>
          <a:xfrm>
            <a:off x="614670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831" name="Google Shape;831;p117"/>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832" name="Google Shape;832;p117"/>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833" name="Google Shape;833;p117"/>
          <p:cNvSpPr txBox="1"/>
          <p:nvPr>
            <p:ph idx="1"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834" name="Google Shape;834;p117"/>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835" name="Google Shape;835;p117"/>
          <p:cNvSpPr txBox="1"/>
          <p:nvPr>
            <p:ph idx="3"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36" name="Google Shape;836;p117"/>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3">
  <p:cSld name="CUSTOM_2_1_1">
    <p:bg>
      <p:bgPr>
        <a:solidFill>
          <a:schemeClr val="lt1"/>
        </a:solidFill>
      </p:bgPr>
    </p:bg>
    <p:spTree>
      <p:nvGrpSpPr>
        <p:cNvPr id="837" name="Shape 837"/>
        <p:cNvGrpSpPr/>
        <p:nvPr/>
      </p:nvGrpSpPr>
      <p:grpSpPr>
        <a:xfrm>
          <a:off x="0" y="0"/>
          <a:ext cx="0" cy="0"/>
          <a:chOff x="0" y="0"/>
          <a:chExt cx="0" cy="0"/>
        </a:xfrm>
      </p:grpSpPr>
      <p:sp>
        <p:nvSpPr>
          <p:cNvPr id="838" name="Google Shape;838;p118"/>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39" name="Google Shape;839;p118"/>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40" name="Google Shape;840;p118"/>
          <p:cNvSpPr/>
          <p:nvPr>
            <p:ph idx="2" type="pic"/>
          </p:nvPr>
        </p:nvSpPr>
        <p:spPr>
          <a:xfrm>
            <a:off x="228600" y="3062975"/>
            <a:ext cx="8686800" cy="1851900"/>
          </a:xfrm>
          <a:prstGeom prst="rect">
            <a:avLst/>
          </a:prstGeom>
          <a:noFill/>
          <a:ln>
            <a:noFill/>
          </a:ln>
        </p:spPr>
      </p:sp>
      <p:sp>
        <p:nvSpPr>
          <p:cNvPr id="841" name="Google Shape;841;p118"/>
          <p:cNvSpPr/>
          <p:nvPr/>
        </p:nvSpPr>
        <p:spPr>
          <a:xfrm>
            <a:off x="228600" y="1322476"/>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842" name="Google Shape;842;p118"/>
          <p:cNvSpPr/>
          <p:nvPr/>
        </p:nvSpPr>
        <p:spPr>
          <a:xfrm>
            <a:off x="3187650" y="1322450"/>
            <a:ext cx="2768700" cy="1527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latin typeface="Young Serif"/>
              <a:ea typeface="Young Serif"/>
              <a:cs typeface="Young Serif"/>
              <a:sym typeface="Young Serif"/>
            </a:endParaRPr>
          </a:p>
        </p:txBody>
      </p:sp>
      <p:sp>
        <p:nvSpPr>
          <p:cNvPr id="843" name="Google Shape;843;p118"/>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844" name="Google Shape;844;p118"/>
          <p:cNvSpPr txBox="1"/>
          <p:nvPr>
            <p:ph idx="1"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845" name="Google Shape;845;p118"/>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846" name="Google Shape;846;p118"/>
          <p:cNvSpPr txBox="1"/>
          <p:nvPr>
            <p:ph idx="3"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47" name="Google Shape;847;p118"/>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hree columns and image 4">
  <p:cSld name="CUSTOM_2_1_1_1">
    <p:bg>
      <p:bgPr>
        <a:solidFill>
          <a:schemeClr val="lt1"/>
        </a:solidFill>
      </p:bgPr>
    </p:bg>
    <p:spTree>
      <p:nvGrpSpPr>
        <p:cNvPr id="848" name="Shape 848"/>
        <p:cNvGrpSpPr/>
        <p:nvPr/>
      </p:nvGrpSpPr>
      <p:grpSpPr>
        <a:xfrm>
          <a:off x="0" y="0"/>
          <a:ext cx="0" cy="0"/>
          <a:chOff x="0" y="0"/>
          <a:chExt cx="0" cy="0"/>
        </a:xfrm>
      </p:grpSpPr>
      <p:sp>
        <p:nvSpPr>
          <p:cNvPr id="849" name="Google Shape;849;p119"/>
          <p:cNvSpPr/>
          <p:nvPr/>
        </p:nvSpPr>
        <p:spPr>
          <a:xfrm>
            <a:off x="228475" y="228600"/>
            <a:ext cx="8686800" cy="86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ubik"/>
              <a:ea typeface="Rubik"/>
              <a:cs typeface="Rubik"/>
              <a:sym typeface="Rubik"/>
            </a:endParaRPr>
          </a:p>
        </p:txBody>
      </p:sp>
      <p:sp>
        <p:nvSpPr>
          <p:cNvPr id="850" name="Google Shape;850;p119"/>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4000"/>
              <a:buNone/>
              <a:defRPr>
                <a:solidFill>
                  <a:schemeClr val="lt2"/>
                </a:solidFill>
              </a:defRPr>
            </a:lvl1pPr>
            <a:lvl2pPr lvl="1">
              <a:spcBef>
                <a:spcPts val="0"/>
              </a:spcBef>
              <a:spcAft>
                <a:spcPts val="0"/>
              </a:spcAft>
              <a:buClr>
                <a:schemeClr val="lt2"/>
              </a:buClr>
              <a:buSzPts val="4000"/>
              <a:buNone/>
              <a:defRPr>
                <a:solidFill>
                  <a:schemeClr val="lt2"/>
                </a:solidFill>
              </a:defRPr>
            </a:lvl2pPr>
            <a:lvl3pPr lvl="2">
              <a:spcBef>
                <a:spcPts val="0"/>
              </a:spcBef>
              <a:spcAft>
                <a:spcPts val="0"/>
              </a:spcAft>
              <a:buClr>
                <a:schemeClr val="lt2"/>
              </a:buClr>
              <a:buSzPts val="4000"/>
              <a:buNone/>
              <a:defRPr>
                <a:solidFill>
                  <a:schemeClr val="lt2"/>
                </a:solidFill>
              </a:defRPr>
            </a:lvl3pPr>
            <a:lvl4pPr lvl="3">
              <a:spcBef>
                <a:spcPts val="0"/>
              </a:spcBef>
              <a:spcAft>
                <a:spcPts val="0"/>
              </a:spcAft>
              <a:buClr>
                <a:schemeClr val="lt2"/>
              </a:buClr>
              <a:buSzPts val="4000"/>
              <a:buNone/>
              <a:defRPr>
                <a:solidFill>
                  <a:schemeClr val="lt2"/>
                </a:solidFill>
              </a:defRPr>
            </a:lvl4pPr>
            <a:lvl5pPr lvl="4">
              <a:spcBef>
                <a:spcPts val="0"/>
              </a:spcBef>
              <a:spcAft>
                <a:spcPts val="0"/>
              </a:spcAft>
              <a:buClr>
                <a:schemeClr val="lt2"/>
              </a:buClr>
              <a:buSzPts val="4000"/>
              <a:buNone/>
              <a:defRPr>
                <a:solidFill>
                  <a:schemeClr val="lt2"/>
                </a:solidFill>
              </a:defRPr>
            </a:lvl5pPr>
            <a:lvl6pPr lvl="5">
              <a:spcBef>
                <a:spcPts val="0"/>
              </a:spcBef>
              <a:spcAft>
                <a:spcPts val="0"/>
              </a:spcAft>
              <a:buClr>
                <a:schemeClr val="lt2"/>
              </a:buClr>
              <a:buSzPts val="4000"/>
              <a:buNone/>
              <a:defRPr>
                <a:solidFill>
                  <a:schemeClr val="lt2"/>
                </a:solidFill>
              </a:defRPr>
            </a:lvl6pPr>
            <a:lvl7pPr lvl="6">
              <a:spcBef>
                <a:spcPts val="0"/>
              </a:spcBef>
              <a:spcAft>
                <a:spcPts val="0"/>
              </a:spcAft>
              <a:buClr>
                <a:schemeClr val="lt2"/>
              </a:buClr>
              <a:buSzPts val="4000"/>
              <a:buNone/>
              <a:defRPr>
                <a:solidFill>
                  <a:schemeClr val="lt2"/>
                </a:solidFill>
              </a:defRPr>
            </a:lvl7pPr>
            <a:lvl8pPr lvl="7">
              <a:spcBef>
                <a:spcPts val="0"/>
              </a:spcBef>
              <a:spcAft>
                <a:spcPts val="0"/>
              </a:spcAft>
              <a:buClr>
                <a:schemeClr val="lt2"/>
              </a:buClr>
              <a:buSzPts val="4000"/>
              <a:buNone/>
              <a:defRPr>
                <a:solidFill>
                  <a:schemeClr val="lt2"/>
                </a:solidFill>
              </a:defRPr>
            </a:lvl8pPr>
            <a:lvl9pPr lvl="8">
              <a:spcBef>
                <a:spcPts val="0"/>
              </a:spcBef>
              <a:spcAft>
                <a:spcPts val="0"/>
              </a:spcAft>
              <a:buClr>
                <a:schemeClr val="lt2"/>
              </a:buClr>
              <a:buSzPts val="4000"/>
              <a:buNone/>
              <a:defRPr>
                <a:solidFill>
                  <a:schemeClr val="lt2"/>
                </a:solidFill>
              </a:defRPr>
            </a:lvl9pPr>
          </a:lstStyle>
          <a:p/>
        </p:txBody>
      </p:sp>
      <p:sp>
        <p:nvSpPr>
          <p:cNvPr id="851" name="Google Shape;851;p119"/>
          <p:cNvSpPr/>
          <p:nvPr>
            <p:ph idx="2" type="pic"/>
          </p:nvPr>
        </p:nvSpPr>
        <p:spPr>
          <a:xfrm>
            <a:off x="228600" y="3062975"/>
            <a:ext cx="8686800" cy="1851900"/>
          </a:xfrm>
          <a:prstGeom prst="rect">
            <a:avLst/>
          </a:prstGeom>
          <a:noFill/>
          <a:ln>
            <a:noFill/>
          </a:ln>
        </p:spPr>
      </p:sp>
      <p:sp>
        <p:nvSpPr>
          <p:cNvPr id="852" name="Google Shape;852;p119"/>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853" name="Google Shape;853;p119"/>
          <p:cNvSpPr/>
          <p:nvPr/>
        </p:nvSpPr>
        <p:spPr>
          <a:xfrm>
            <a:off x="2286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854" name="Google Shape;854;p119"/>
          <p:cNvSpPr txBox="1"/>
          <p:nvPr>
            <p:ph idx="1" type="subTitle"/>
          </p:nvPr>
        </p:nvSpPr>
        <p:spPr>
          <a:xfrm>
            <a:off x="2286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855" name="Google Shape;855;p119"/>
          <p:cNvSpPr/>
          <p:nvPr/>
        </p:nvSpPr>
        <p:spPr>
          <a:xfrm>
            <a:off x="2286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856" name="Google Shape;856;p119"/>
          <p:cNvSpPr txBox="1"/>
          <p:nvPr>
            <p:ph idx="3" type="body"/>
          </p:nvPr>
        </p:nvSpPr>
        <p:spPr>
          <a:xfrm>
            <a:off x="2286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57" name="Google Shape;857;p119"/>
          <p:cNvSpPr/>
          <p:nvPr/>
        </p:nvSpPr>
        <p:spPr>
          <a:xfrm>
            <a:off x="318765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858" name="Google Shape;858;p119"/>
          <p:cNvSpPr txBox="1"/>
          <p:nvPr>
            <p:ph idx="4" type="subTitle"/>
          </p:nvPr>
        </p:nvSpPr>
        <p:spPr>
          <a:xfrm>
            <a:off x="318765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859" name="Google Shape;859;p119"/>
          <p:cNvSpPr/>
          <p:nvPr/>
        </p:nvSpPr>
        <p:spPr>
          <a:xfrm>
            <a:off x="318765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860" name="Google Shape;860;p119"/>
          <p:cNvSpPr txBox="1"/>
          <p:nvPr>
            <p:ph idx="5" type="body"/>
          </p:nvPr>
        </p:nvSpPr>
        <p:spPr>
          <a:xfrm>
            <a:off x="318765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
        <p:nvSpPr>
          <p:cNvPr id="861" name="Google Shape;861;p119"/>
          <p:cNvSpPr/>
          <p:nvPr/>
        </p:nvSpPr>
        <p:spPr>
          <a:xfrm>
            <a:off x="6146700" y="1322475"/>
            <a:ext cx="2768700" cy="45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Young Serif"/>
              <a:ea typeface="Young Serif"/>
              <a:cs typeface="Young Serif"/>
              <a:sym typeface="Young Serif"/>
            </a:endParaRPr>
          </a:p>
        </p:txBody>
      </p:sp>
      <p:sp>
        <p:nvSpPr>
          <p:cNvPr id="862" name="Google Shape;862;p119"/>
          <p:cNvSpPr txBox="1"/>
          <p:nvPr>
            <p:ph idx="6" type="subTitle"/>
          </p:nvPr>
        </p:nvSpPr>
        <p:spPr>
          <a:xfrm>
            <a:off x="6146700" y="1322450"/>
            <a:ext cx="2768700" cy="450900"/>
          </a:xfrm>
          <a:prstGeom prst="rect">
            <a:avLst/>
          </a:prstGeom>
        </p:spPr>
        <p:txBody>
          <a:bodyPr anchorCtr="0" anchor="ctr" bIns="91425" lIns="171450" spcFirstLastPara="1" rIns="91425" wrap="square" tIns="91425">
            <a:noAutofit/>
          </a:bodyPr>
          <a:lstStyle>
            <a:lvl1pPr lvl="0">
              <a:spcBef>
                <a:spcPts val="0"/>
              </a:spcBef>
              <a:spcAft>
                <a:spcPts val="0"/>
              </a:spcAft>
              <a:buClr>
                <a:schemeClr val="accent1"/>
              </a:buClr>
              <a:buSzPts val="1400"/>
              <a:buNone/>
              <a:defRPr sz="1400">
                <a:solidFill>
                  <a:schemeClr val="accent1"/>
                </a:solidFill>
              </a:defRPr>
            </a:lvl1pPr>
            <a:lvl2pPr lvl="1">
              <a:spcBef>
                <a:spcPts val="0"/>
              </a:spcBef>
              <a:spcAft>
                <a:spcPts val="0"/>
              </a:spcAft>
              <a:buClr>
                <a:schemeClr val="accent1"/>
              </a:buClr>
              <a:buSzPts val="1400"/>
              <a:buNone/>
              <a:defRPr sz="1400">
                <a:solidFill>
                  <a:schemeClr val="accent1"/>
                </a:solidFill>
              </a:defRPr>
            </a:lvl2pPr>
            <a:lvl3pPr lvl="2">
              <a:spcBef>
                <a:spcPts val="0"/>
              </a:spcBef>
              <a:spcAft>
                <a:spcPts val="0"/>
              </a:spcAft>
              <a:buClr>
                <a:schemeClr val="accent1"/>
              </a:buClr>
              <a:buSzPts val="1400"/>
              <a:buNone/>
              <a:defRPr sz="1400">
                <a:solidFill>
                  <a:schemeClr val="accent1"/>
                </a:solidFill>
              </a:defRPr>
            </a:lvl3pPr>
            <a:lvl4pPr lvl="3">
              <a:spcBef>
                <a:spcPts val="0"/>
              </a:spcBef>
              <a:spcAft>
                <a:spcPts val="0"/>
              </a:spcAft>
              <a:buClr>
                <a:schemeClr val="accent1"/>
              </a:buClr>
              <a:buSzPts val="1400"/>
              <a:buNone/>
              <a:defRPr sz="1400">
                <a:solidFill>
                  <a:schemeClr val="accent1"/>
                </a:solidFill>
              </a:defRPr>
            </a:lvl4pPr>
            <a:lvl5pPr lvl="4">
              <a:spcBef>
                <a:spcPts val="0"/>
              </a:spcBef>
              <a:spcAft>
                <a:spcPts val="0"/>
              </a:spcAft>
              <a:buClr>
                <a:schemeClr val="accent1"/>
              </a:buClr>
              <a:buSzPts val="1400"/>
              <a:buNone/>
              <a:defRPr sz="1400">
                <a:solidFill>
                  <a:schemeClr val="accent1"/>
                </a:solidFill>
              </a:defRPr>
            </a:lvl5pPr>
            <a:lvl6pPr lvl="5">
              <a:spcBef>
                <a:spcPts val="0"/>
              </a:spcBef>
              <a:spcAft>
                <a:spcPts val="0"/>
              </a:spcAft>
              <a:buClr>
                <a:schemeClr val="accent1"/>
              </a:buClr>
              <a:buSzPts val="1400"/>
              <a:buNone/>
              <a:defRPr sz="1400">
                <a:solidFill>
                  <a:schemeClr val="accent1"/>
                </a:solidFill>
              </a:defRPr>
            </a:lvl6pPr>
            <a:lvl7pPr lvl="6">
              <a:spcBef>
                <a:spcPts val="0"/>
              </a:spcBef>
              <a:spcAft>
                <a:spcPts val="0"/>
              </a:spcAft>
              <a:buClr>
                <a:schemeClr val="accent1"/>
              </a:buClr>
              <a:buSzPts val="1400"/>
              <a:buNone/>
              <a:defRPr sz="1400">
                <a:solidFill>
                  <a:schemeClr val="accent1"/>
                </a:solidFill>
              </a:defRPr>
            </a:lvl7pPr>
            <a:lvl8pPr lvl="7">
              <a:spcBef>
                <a:spcPts val="0"/>
              </a:spcBef>
              <a:spcAft>
                <a:spcPts val="0"/>
              </a:spcAft>
              <a:buClr>
                <a:schemeClr val="accent1"/>
              </a:buClr>
              <a:buSzPts val="1400"/>
              <a:buNone/>
              <a:defRPr sz="1400">
                <a:solidFill>
                  <a:schemeClr val="accent1"/>
                </a:solidFill>
              </a:defRPr>
            </a:lvl8pPr>
            <a:lvl9pPr lvl="8">
              <a:spcBef>
                <a:spcPts val="0"/>
              </a:spcBef>
              <a:spcAft>
                <a:spcPts val="0"/>
              </a:spcAft>
              <a:buClr>
                <a:schemeClr val="accent1"/>
              </a:buClr>
              <a:buSzPts val="1400"/>
              <a:buNone/>
              <a:defRPr sz="1400">
                <a:solidFill>
                  <a:schemeClr val="accent1"/>
                </a:solidFill>
              </a:defRPr>
            </a:lvl9pPr>
          </a:lstStyle>
          <a:p/>
        </p:txBody>
      </p:sp>
      <p:sp>
        <p:nvSpPr>
          <p:cNvPr id="863" name="Google Shape;863;p119"/>
          <p:cNvSpPr/>
          <p:nvPr/>
        </p:nvSpPr>
        <p:spPr>
          <a:xfrm>
            <a:off x="6146700" y="1756113"/>
            <a:ext cx="2768700" cy="1086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t/>
            </a:r>
            <a:endParaRPr sz="1000">
              <a:solidFill>
                <a:srgbClr val="FFFFFF"/>
              </a:solidFill>
              <a:latin typeface="Rubik"/>
              <a:ea typeface="Rubik"/>
              <a:cs typeface="Rubik"/>
              <a:sym typeface="Rubik"/>
            </a:endParaRPr>
          </a:p>
        </p:txBody>
      </p:sp>
      <p:sp>
        <p:nvSpPr>
          <p:cNvPr id="864" name="Google Shape;864;p119"/>
          <p:cNvSpPr txBox="1"/>
          <p:nvPr>
            <p:ph idx="7" type="body"/>
          </p:nvPr>
        </p:nvSpPr>
        <p:spPr>
          <a:xfrm>
            <a:off x="6146700" y="1809225"/>
            <a:ext cx="2768700" cy="979800"/>
          </a:xfrm>
          <a:prstGeom prst="rect">
            <a:avLst/>
          </a:prstGeom>
        </p:spPr>
        <p:txBody>
          <a:bodyPr anchorCtr="0" anchor="t" bIns="91425" lIns="114300" spcFirstLastPara="1" rIns="91425" wrap="square" tIns="91425">
            <a:normAutofit/>
          </a:bodyPr>
          <a:lstStyle>
            <a:lvl1pPr indent="-292100" lvl="0" marL="457200">
              <a:spcBef>
                <a:spcPts val="0"/>
              </a:spcBef>
              <a:spcAft>
                <a:spcPts val="0"/>
              </a:spcAft>
              <a:buClr>
                <a:schemeClr val="lt2"/>
              </a:buClr>
              <a:buSzPts val="1000"/>
              <a:buChar char="●"/>
              <a:defRPr sz="1000">
                <a:solidFill>
                  <a:schemeClr val="lt2"/>
                </a:solidFill>
              </a:defRPr>
            </a:lvl1pPr>
            <a:lvl2pPr indent="-292100" lvl="1" marL="914400">
              <a:spcBef>
                <a:spcPts val="0"/>
              </a:spcBef>
              <a:spcAft>
                <a:spcPts val="0"/>
              </a:spcAft>
              <a:buClr>
                <a:schemeClr val="lt2"/>
              </a:buClr>
              <a:buSzPts val="1000"/>
              <a:buChar char="○"/>
              <a:defRPr sz="1000">
                <a:solidFill>
                  <a:schemeClr val="lt2"/>
                </a:solidFill>
              </a:defRPr>
            </a:lvl2pPr>
            <a:lvl3pPr indent="-292100" lvl="2" marL="1371600">
              <a:spcBef>
                <a:spcPts val="0"/>
              </a:spcBef>
              <a:spcAft>
                <a:spcPts val="0"/>
              </a:spcAft>
              <a:buClr>
                <a:schemeClr val="lt2"/>
              </a:buClr>
              <a:buSzPts val="1000"/>
              <a:buChar char="■"/>
              <a:defRPr sz="1000">
                <a:solidFill>
                  <a:schemeClr val="lt2"/>
                </a:solidFill>
              </a:defRPr>
            </a:lvl3pPr>
            <a:lvl4pPr indent="-292100" lvl="3" marL="1828800">
              <a:spcBef>
                <a:spcPts val="0"/>
              </a:spcBef>
              <a:spcAft>
                <a:spcPts val="0"/>
              </a:spcAft>
              <a:buClr>
                <a:schemeClr val="lt2"/>
              </a:buClr>
              <a:buSzPts val="1000"/>
              <a:buChar char="●"/>
              <a:defRPr sz="1000">
                <a:solidFill>
                  <a:schemeClr val="lt2"/>
                </a:solidFill>
              </a:defRPr>
            </a:lvl4pPr>
            <a:lvl5pPr indent="-292100" lvl="4" marL="2286000">
              <a:spcBef>
                <a:spcPts val="0"/>
              </a:spcBef>
              <a:spcAft>
                <a:spcPts val="0"/>
              </a:spcAft>
              <a:buClr>
                <a:schemeClr val="lt2"/>
              </a:buClr>
              <a:buSzPts val="1000"/>
              <a:buChar char="○"/>
              <a:defRPr sz="1000">
                <a:solidFill>
                  <a:schemeClr val="lt2"/>
                </a:solidFill>
              </a:defRPr>
            </a:lvl5pPr>
            <a:lvl6pPr indent="-292100" lvl="5" marL="2743200">
              <a:spcBef>
                <a:spcPts val="0"/>
              </a:spcBef>
              <a:spcAft>
                <a:spcPts val="0"/>
              </a:spcAft>
              <a:buClr>
                <a:schemeClr val="lt2"/>
              </a:buClr>
              <a:buSzPts val="1000"/>
              <a:buChar char="■"/>
              <a:defRPr sz="1000">
                <a:solidFill>
                  <a:schemeClr val="lt2"/>
                </a:solidFill>
              </a:defRPr>
            </a:lvl6pPr>
            <a:lvl7pPr indent="-292100" lvl="6" marL="3200400">
              <a:spcBef>
                <a:spcPts val="0"/>
              </a:spcBef>
              <a:spcAft>
                <a:spcPts val="0"/>
              </a:spcAft>
              <a:buClr>
                <a:schemeClr val="lt2"/>
              </a:buClr>
              <a:buSzPts val="1000"/>
              <a:buChar char="●"/>
              <a:defRPr sz="1000">
                <a:solidFill>
                  <a:schemeClr val="lt2"/>
                </a:solidFill>
              </a:defRPr>
            </a:lvl7pPr>
            <a:lvl8pPr indent="-292100" lvl="7" marL="3657600">
              <a:spcBef>
                <a:spcPts val="0"/>
              </a:spcBef>
              <a:spcAft>
                <a:spcPts val="0"/>
              </a:spcAft>
              <a:buClr>
                <a:schemeClr val="lt2"/>
              </a:buClr>
              <a:buSzPts val="1000"/>
              <a:buChar char="○"/>
              <a:defRPr sz="1000">
                <a:solidFill>
                  <a:schemeClr val="lt2"/>
                </a:solidFill>
              </a:defRPr>
            </a:lvl8pPr>
            <a:lvl9pPr indent="-292100" lvl="8" marL="4114800">
              <a:spcBef>
                <a:spcPts val="0"/>
              </a:spcBef>
              <a:spcAft>
                <a:spcPts val="0"/>
              </a:spcAft>
              <a:buClr>
                <a:schemeClr val="lt2"/>
              </a:buClr>
              <a:buSzPts val="1000"/>
              <a:buChar char="■"/>
              <a:defRPr sz="1000">
                <a:solidFill>
                  <a:schemeClr val="lt2"/>
                </a:solidFill>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CUSTOM_3">
    <p:bg>
      <p:bgPr>
        <a:solidFill>
          <a:schemeClr val="dk2"/>
        </a:solidFill>
      </p:bgPr>
    </p:bg>
    <p:spTree>
      <p:nvGrpSpPr>
        <p:cNvPr id="865" name="Shape 865"/>
        <p:cNvGrpSpPr/>
        <p:nvPr/>
      </p:nvGrpSpPr>
      <p:grpSpPr>
        <a:xfrm>
          <a:off x="0" y="0"/>
          <a:ext cx="0" cy="0"/>
          <a:chOff x="0" y="0"/>
          <a:chExt cx="0" cy="0"/>
        </a:xfrm>
      </p:grpSpPr>
      <p:sp>
        <p:nvSpPr>
          <p:cNvPr id="866" name="Google Shape;866;p120"/>
          <p:cNvSpPr/>
          <p:nvPr/>
        </p:nvSpPr>
        <p:spPr>
          <a:xfrm>
            <a:off x="228600" y="228600"/>
            <a:ext cx="8686800" cy="468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accent3"/>
              </a:buClr>
              <a:buSzPts val="1100"/>
              <a:buNone/>
            </a:pPr>
            <a:r>
              <a:t/>
            </a:r>
            <a:endParaRPr sz="5600">
              <a:solidFill>
                <a:schemeClr val="lt2"/>
              </a:solidFill>
              <a:latin typeface="Young Serif"/>
              <a:ea typeface="Young Serif"/>
              <a:cs typeface="Young Serif"/>
              <a:sym typeface="Young Serif"/>
            </a:endParaRPr>
          </a:p>
        </p:txBody>
      </p:sp>
      <p:sp>
        <p:nvSpPr>
          <p:cNvPr id="867" name="Google Shape;867;p120"/>
          <p:cNvSpPr txBox="1"/>
          <p:nvPr>
            <p:ph type="title"/>
          </p:nvPr>
        </p:nvSpPr>
        <p:spPr>
          <a:xfrm>
            <a:off x="1248900" y="1777350"/>
            <a:ext cx="6646200" cy="1588800"/>
          </a:xfrm>
          <a:prstGeom prst="rect">
            <a:avLst/>
          </a:prstGeom>
        </p:spPr>
        <p:txBody>
          <a:bodyPr anchorCtr="0" anchor="ctr" bIns="91425" lIns="91425" spcFirstLastPara="1" rIns="91425" wrap="square" tIns="91425">
            <a:norm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4000"/>
              <a:buNone/>
              <a:defRPr>
                <a:solidFill>
                  <a:schemeClr val="dk2"/>
                </a:solidFill>
              </a:defRPr>
            </a:lvl2pPr>
            <a:lvl3pPr lvl="2">
              <a:spcBef>
                <a:spcPts val="0"/>
              </a:spcBef>
              <a:spcAft>
                <a:spcPts val="0"/>
              </a:spcAft>
              <a:buClr>
                <a:schemeClr val="dk2"/>
              </a:buClr>
              <a:buSzPts val="4000"/>
              <a:buNone/>
              <a:defRPr>
                <a:solidFill>
                  <a:schemeClr val="dk2"/>
                </a:solidFill>
              </a:defRPr>
            </a:lvl3pPr>
            <a:lvl4pPr lvl="3">
              <a:spcBef>
                <a:spcPts val="0"/>
              </a:spcBef>
              <a:spcAft>
                <a:spcPts val="0"/>
              </a:spcAft>
              <a:buClr>
                <a:schemeClr val="dk2"/>
              </a:buClr>
              <a:buSzPts val="4000"/>
              <a:buNone/>
              <a:defRPr>
                <a:solidFill>
                  <a:schemeClr val="dk2"/>
                </a:solidFill>
              </a:defRPr>
            </a:lvl4pPr>
            <a:lvl5pPr lvl="4">
              <a:spcBef>
                <a:spcPts val="0"/>
              </a:spcBef>
              <a:spcAft>
                <a:spcPts val="0"/>
              </a:spcAft>
              <a:buClr>
                <a:schemeClr val="dk2"/>
              </a:buClr>
              <a:buSzPts val="4000"/>
              <a:buNone/>
              <a:defRPr>
                <a:solidFill>
                  <a:schemeClr val="dk2"/>
                </a:solidFill>
              </a:defRPr>
            </a:lvl5pPr>
            <a:lvl6pPr lvl="5">
              <a:spcBef>
                <a:spcPts val="0"/>
              </a:spcBef>
              <a:spcAft>
                <a:spcPts val="0"/>
              </a:spcAft>
              <a:buClr>
                <a:schemeClr val="dk2"/>
              </a:buClr>
              <a:buSzPts val="4000"/>
              <a:buNone/>
              <a:defRPr>
                <a:solidFill>
                  <a:schemeClr val="dk2"/>
                </a:solidFill>
              </a:defRPr>
            </a:lvl6pPr>
            <a:lvl7pPr lvl="6">
              <a:spcBef>
                <a:spcPts val="0"/>
              </a:spcBef>
              <a:spcAft>
                <a:spcPts val="0"/>
              </a:spcAft>
              <a:buClr>
                <a:schemeClr val="dk2"/>
              </a:buClr>
              <a:buSzPts val="4000"/>
              <a:buNone/>
              <a:defRPr>
                <a:solidFill>
                  <a:schemeClr val="dk2"/>
                </a:solidFill>
              </a:defRPr>
            </a:lvl7pPr>
            <a:lvl8pPr lvl="7">
              <a:spcBef>
                <a:spcPts val="0"/>
              </a:spcBef>
              <a:spcAft>
                <a:spcPts val="0"/>
              </a:spcAft>
              <a:buClr>
                <a:schemeClr val="dk2"/>
              </a:buClr>
              <a:buSzPts val="4000"/>
              <a:buNone/>
              <a:defRPr>
                <a:solidFill>
                  <a:schemeClr val="dk2"/>
                </a:solidFill>
              </a:defRPr>
            </a:lvl8pPr>
            <a:lvl9pPr lvl="8">
              <a:spcBef>
                <a:spcPts val="0"/>
              </a:spcBef>
              <a:spcAft>
                <a:spcPts val="0"/>
              </a:spcAft>
              <a:buClr>
                <a:schemeClr val="dk2"/>
              </a:buClr>
              <a:buSzPts val="4000"/>
              <a:buNone/>
              <a:defRPr>
                <a:solidFill>
                  <a:schemeClr val="dk2"/>
                </a:solidFill>
              </a:defRPr>
            </a:lvl9pPr>
          </a:lstStyle>
          <a:p/>
        </p:txBody>
      </p:sp>
      <p:sp>
        <p:nvSpPr>
          <p:cNvPr id="868" name="Google Shape;868;p120"/>
          <p:cNvSpPr txBox="1"/>
          <p:nvPr>
            <p:ph idx="12" type="sldNum"/>
          </p:nvPr>
        </p:nvSpPr>
        <p:spPr>
          <a:xfrm>
            <a:off x="8595308" y="474989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4">
    <p:spTree>
      <p:nvGrpSpPr>
        <p:cNvPr id="869" name="Shape 8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theme" Target="../theme/theme1.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31" Type="http://schemas.openxmlformats.org/officeDocument/2006/relationships/theme" Target="../theme/theme2.xml"/><Relationship Id="rId30" Type="http://schemas.openxmlformats.org/officeDocument/2006/relationships/slideLayout" Target="../slideLayouts/slideLayout89.xml"/><Relationship Id="rId20" Type="http://schemas.openxmlformats.org/officeDocument/2006/relationships/slideLayout" Target="../slideLayouts/slideLayout79.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6" Type="http://schemas.openxmlformats.org/officeDocument/2006/relationships/slideLayout" Target="../slideLayouts/slideLayout85.xml"/><Relationship Id="rId25" Type="http://schemas.openxmlformats.org/officeDocument/2006/relationships/slideLayout" Target="../slideLayouts/slideLayout84.xml"/><Relationship Id="rId28" Type="http://schemas.openxmlformats.org/officeDocument/2006/relationships/slideLayout" Target="../slideLayouts/slideLayout87.xml"/><Relationship Id="rId27" Type="http://schemas.openxmlformats.org/officeDocument/2006/relationships/slideLayout" Target="../slideLayouts/slideLayout86.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9" Type="http://schemas.openxmlformats.org/officeDocument/2006/relationships/slideLayout" Target="../slideLayouts/slideLayout78.xml"/><Relationship Id="rId18" Type="http://schemas.openxmlformats.org/officeDocument/2006/relationships/slideLayout" Target="../slideLayouts/slideLayout7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0.xml"/><Relationship Id="rId2" Type="http://schemas.openxmlformats.org/officeDocument/2006/relationships/slideLayout" Target="../slideLayouts/slideLayout91.xml"/><Relationship Id="rId3" Type="http://schemas.openxmlformats.org/officeDocument/2006/relationships/slideLayout" Target="../slideLayouts/slideLayout92.xml"/><Relationship Id="rId4" Type="http://schemas.openxmlformats.org/officeDocument/2006/relationships/slideLayout" Target="../slideLayouts/slideLayout93.xml"/><Relationship Id="rId9" Type="http://schemas.openxmlformats.org/officeDocument/2006/relationships/slideLayout" Target="../slideLayouts/slideLayout98.xml"/><Relationship Id="rId5" Type="http://schemas.openxmlformats.org/officeDocument/2006/relationships/slideLayout" Target="../slideLayouts/slideLayout94.xml"/><Relationship Id="rId6" Type="http://schemas.openxmlformats.org/officeDocument/2006/relationships/slideLayout" Target="../slideLayouts/slideLayout95.xml"/><Relationship Id="rId7" Type="http://schemas.openxmlformats.org/officeDocument/2006/relationships/slideLayout" Target="../slideLayouts/slideLayout96.xml"/><Relationship Id="rId8" Type="http://schemas.openxmlformats.org/officeDocument/2006/relationships/slideLayout" Target="../slideLayouts/slideLayout97.xml"/><Relationship Id="rId30" Type="http://schemas.openxmlformats.org/officeDocument/2006/relationships/theme" Target="../theme/theme4.xml"/><Relationship Id="rId20" Type="http://schemas.openxmlformats.org/officeDocument/2006/relationships/slideLayout" Target="../slideLayouts/slideLayout109.xml"/><Relationship Id="rId22" Type="http://schemas.openxmlformats.org/officeDocument/2006/relationships/slideLayout" Target="../slideLayouts/slideLayout111.xml"/><Relationship Id="rId21" Type="http://schemas.openxmlformats.org/officeDocument/2006/relationships/slideLayout" Target="../slideLayouts/slideLayout110.xml"/><Relationship Id="rId24" Type="http://schemas.openxmlformats.org/officeDocument/2006/relationships/slideLayout" Target="../slideLayouts/slideLayout113.xml"/><Relationship Id="rId23" Type="http://schemas.openxmlformats.org/officeDocument/2006/relationships/slideLayout" Target="../slideLayouts/slideLayout112.xml"/><Relationship Id="rId26" Type="http://schemas.openxmlformats.org/officeDocument/2006/relationships/slideLayout" Target="../slideLayouts/slideLayout115.xml"/><Relationship Id="rId25" Type="http://schemas.openxmlformats.org/officeDocument/2006/relationships/slideLayout" Target="../slideLayouts/slideLayout114.xml"/><Relationship Id="rId28" Type="http://schemas.openxmlformats.org/officeDocument/2006/relationships/slideLayout" Target="../slideLayouts/slideLayout117.xml"/><Relationship Id="rId27" Type="http://schemas.openxmlformats.org/officeDocument/2006/relationships/slideLayout" Target="../slideLayouts/slideLayout116.xml"/><Relationship Id="rId29" Type="http://schemas.openxmlformats.org/officeDocument/2006/relationships/slideLayout" Target="../slideLayouts/slideLayout118.xml"/><Relationship Id="rId11" Type="http://schemas.openxmlformats.org/officeDocument/2006/relationships/slideLayout" Target="../slideLayouts/slideLayout100.xml"/><Relationship Id="rId10" Type="http://schemas.openxmlformats.org/officeDocument/2006/relationships/slideLayout" Target="../slideLayouts/slideLayout99.xml"/><Relationship Id="rId13" Type="http://schemas.openxmlformats.org/officeDocument/2006/relationships/slideLayout" Target="../slideLayouts/slideLayout102.xml"/><Relationship Id="rId12" Type="http://schemas.openxmlformats.org/officeDocument/2006/relationships/slideLayout" Target="../slideLayouts/slideLayout101.xml"/><Relationship Id="rId15" Type="http://schemas.openxmlformats.org/officeDocument/2006/relationships/slideLayout" Target="../slideLayouts/slideLayout104.xml"/><Relationship Id="rId14" Type="http://schemas.openxmlformats.org/officeDocument/2006/relationships/slideLayout" Target="../slideLayouts/slideLayout103.xml"/><Relationship Id="rId17" Type="http://schemas.openxmlformats.org/officeDocument/2006/relationships/slideLayout" Target="../slideLayouts/slideLayout106.xml"/><Relationship Id="rId16" Type="http://schemas.openxmlformats.org/officeDocument/2006/relationships/slideLayout" Target="../slideLayouts/slideLayout105.xml"/><Relationship Id="rId19" Type="http://schemas.openxmlformats.org/officeDocument/2006/relationships/slideLayout" Target="../slideLayouts/slideLayout108.xml"/><Relationship Id="rId18"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200"/>
              <a:buFont typeface="Della Respira"/>
              <a:buNone/>
              <a:defRPr b="1" sz="4200">
                <a:solidFill>
                  <a:schemeClr val="dk1"/>
                </a:solidFill>
                <a:latin typeface="Della Respira"/>
                <a:ea typeface="Della Respira"/>
                <a:cs typeface="Della Respira"/>
                <a:sym typeface="Della Respira"/>
              </a:defRPr>
            </a:lvl1pPr>
            <a:lvl2pPr lvl="1">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2pPr>
            <a:lvl3pPr lvl="2">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3pPr>
            <a:lvl4pPr lvl="3">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4pPr>
            <a:lvl5pPr lvl="4">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5pPr>
            <a:lvl6pPr lvl="5">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6pPr>
            <a:lvl7pPr lvl="6">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7pPr>
            <a:lvl8pPr lvl="7">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8pPr>
            <a:lvl9pPr lvl="8">
              <a:spcBef>
                <a:spcPts val="0"/>
              </a:spcBef>
              <a:spcAft>
                <a:spcPts val="0"/>
              </a:spcAft>
              <a:buClr>
                <a:schemeClr val="dk1"/>
              </a:buClr>
              <a:buSzPts val="2800"/>
              <a:buFont typeface="Della Respira"/>
              <a:buNone/>
              <a:defRPr sz="2800">
                <a:solidFill>
                  <a:schemeClr val="dk1"/>
                </a:solidFill>
                <a:latin typeface="Della Respira"/>
                <a:ea typeface="Della Respira"/>
                <a:cs typeface="Della Respira"/>
                <a:sym typeface="Della Respira"/>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DM Sans"/>
                <a:ea typeface="DM Sans"/>
                <a:cs typeface="DM Sans"/>
                <a:sym typeface="DM Sans"/>
              </a:defRPr>
            </a:lvl1pPr>
            <a:lvl2pPr lvl="1" algn="r">
              <a:buNone/>
              <a:defRPr sz="1000">
                <a:solidFill>
                  <a:schemeClr val="dk1"/>
                </a:solidFill>
                <a:latin typeface="DM Sans"/>
                <a:ea typeface="DM Sans"/>
                <a:cs typeface="DM Sans"/>
                <a:sym typeface="DM Sans"/>
              </a:defRPr>
            </a:lvl2pPr>
            <a:lvl3pPr lvl="2" algn="r">
              <a:buNone/>
              <a:defRPr sz="1000">
                <a:solidFill>
                  <a:schemeClr val="dk1"/>
                </a:solidFill>
                <a:latin typeface="DM Sans"/>
                <a:ea typeface="DM Sans"/>
                <a:cs typeface="DM Sans"/>
                <a:sym typeface="DM Sans"/>
              </a:defRPr>
            </a:lvl3pPr>
            <a:lvl4pPr lvl="3" algn="r">
              <a:buNone/>
              <a:defRPr sz="1000">
                <a:solidFill>
                  <a:schemeClr val="dk1"/>
                </a:solidFill>
                <a:latin typeface="DM Sans"/>
                <a:ea typeface="DM Sans"/>
                <a:cs typeface="DM Sans"/>
                <a:sym typeface="DM Sans"/>
              </a:defRPr>
            </a:lvl4pPr>
            <a:lvl5pPr lvl="4" algn="r">
              <a:buNone/>
              <a:defRPr sz="1000">
                <a:solidFill>
                  <a:schemeClr val="dk1"/>
                </a:solidFill>
                <a:latin typeface="DM Sans"/>
                <a:ea typeface="DM Sans"/>
                <a:cs typeface="DM Sans"/>
                <a:sym typeface="DM Sans"/>
              </a:defRPr>
            </a:lvl5pPr>
            <a:lvl6pPr lvl="5" algn="r">
              <a:buNone/>
              <a:defRPr sz="1000">
                <a:solidFill>
                  <a:schemeClr val="dk1"/>
                </a:solidFill>
                <a:latin typeface="DM Sans"/>
                <a:ea typeface="DM Sans"/>
                <a:cs typeface="DM Sans"/>
                <a:sym typeface="DM Sans"/>
              </a:defRPr>
            </a:lvl6pPr>
            <a:lvl7pPr lvl="6" algn="r">
              <a:buNone/>
              <a:defRPr sz="1000">
                <a:solidFill>
                  <a:schemeClr val="dk1"/>
                </a:solidFill>
                <a:latin typeface="DM Sans"/>
                <a:ea typeface="DM Sans"/>
                <a:cs typeface="DM Sans"/>
                <a:sym typeface="DM Sans"/>
              </a:defRPr>
            </a:lvl7pPr>
            <a:lvl8pPr lvl="7" algn="r">
              <a:buNone/>
              <a:defRPr sz="1000">
                <a:solidFill>
                  <a:schemeClr val="dk1"/>
                </a:solidFill>
                <a:latin typeface="DM Sans"/>
                <a:ea typeface="DM Sans"/>
                <a:cs typeface="DM Sans"/>
                <a:sym typeface="DM Sans"/>
              </a:defRPr>
            </a:lvl8pPr>
            <a:lvl9pPr lvl="8" algn="r">
              <a:buNone/>
              <a:defRPr sz="10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1"/>
          <p:cNvSpPr txBox="1"/>
          <p:nvPr>
            <p:ph idx="1" type="body"/>
          </p:nvPr>
        </p:nvSpPr>
        <p:spPr>
          <a:xfrm>
            <a:off x="3010150" y="1510025"/>
            <a:ext cx="5522700" cy="2013300"/>
          </a:xfrm>
          <a:prstGeom prst="rect">
            <a:avLst/>
          </a:prstGeom>
          <a:noFill/>
          <a:ln>
            <a:noFill/>
          </a:ln>
        </p:spPr>
        <p:txBody>
          <a:bodyPr anchorCtr="0" anchor="t" bIns="91425" lIns="91425" spcFirstLastPara="1" rIns="91425" wrap="square" tIns="91425">
            <a:noAutofit/>
          </a:bodyPr>
          <a:lstStyle>
            <a:lvl1pPr indent="-330200" lvl="0" marL="457200">
              <a:spcBef>
                <a:spcPts val="0"/>
              </a:spcBef>
              <a:spcAft>
                <a:spcPts val="0"/>
              </a:spcAft>
              <a:buSzPts val="1600"/>
              <a:buFont typeface="DM Sans"/>
              <a:buChar char="●"/>
              <a:defRPr sz="1600">
                <a:latin typeface="DM Sans"/>
                <a:ea typeface="DM Sans"/>
                <a:cs typeface="DM Sans"/>
                <a:sym typeface="DM Sans"/>
              </a:defRPr>
            </a:lvl1pPr>
            <a:lvl2pPr indent="-330200" lvl="1" marL="914400">
              <a:spcBef>
                <a:spcPts val="0"/>
              </a:spcBef>
              <a:spcAft>
                <a:spcPts val="0"/>
              </a:spcAft>
              <a:buSzPts val="1600"/>
              <a:buFont typeface="DM Sans"/>
              <a:buChar char="○"/>
              <a:defRPr sz="1600">
                <a:latin typeface="DM Sans"/>
                <a:ea typeface="DM Sans"/>
                <a:cs typeface="DM Sans"/>
                <a:sym typeface="DM Sans"/>
              </a:defRPr>
            </a:lvl2pPr>
            <a:lvl3pPr indent="-330200" lvl="2" marL="1371600">
              <a:spcBef>
                <a:spcPts val="0"/>
              </a:spcBef>
              <a:spcAft>
                <a:spcPts val="0"/>
              </a:spcAft>
              <a:buSzPts val="1600"/>
              <a:buFont typeface="DM Sans"/>
              <a:buChar char="■"/>
              <a:defRPr sz="1600">
                <a:latin typeface="DM Sans"/>
                <a:ea typeface="DM Sans"/>
                <a:cs typeface="DM Sans"/>
                <a:sym typeface="DM Sans"/>
              </a:defRPr>
            </a:lvl3pPr>
            <a:lvl4pPr indent="-330200" lvl="3" marL="1828800">
              <a:spcBef>
                <a:spcPts val="0"/>
              </a:spcBef>
              <a:spcAft>
                <a:spcPts val="0"/>
              </a:spcAft>
              <a:buSzPts val="1600"/>
              <a:buFont typeface="DM Sans"/>
              <a:buChar char="●"/>
              <a:defRPr sz="1600">
                <a:latin typeface="DM Sans"/>
                <a:ea typeface="DM Sans"/>
                <a:cs typeface="DM Sans"/>
                <a:sym typeface="DM Sans"/>
              </a:defRPr>
            </a:lvl4pPr>
            <a:lvl5pPr indent="-330200" lvl="4" marL="2286000">
              <a:spcBef>
                <a:spcPts val="0"/>
              </a:spcBef>
              <a:spcAft>
                <a:spcPts val="0"/>
              </a:spcAft>
              <a:buSzPts val="1600"/>
              <a:buFont typeface="DM Sans"/>
              <a:buChar char="○"/>
              <a:defRPr sz="1600">
                <a:latin typeface="DM Sans"/>
                <a:ea typeface="DM Sans"/>
                <a:cs typeface="DM Sans"/>
                <a:sym typeface="DM Sans"/>
              </a:defRPr>
            </a:lvl5pPr>
            <a:lvl6pPr indent="-330200" lvl="5" marL="2743200">
              <a:spcBef>
                <a:spcPts val="0"/>
              </a:spcBef>
              <a:spcAft>
                <a:spcPts val="0"/>
              </a:spcAft>
              <a:buSzPts val="1600"/>
              <a:buFont typeface="DM Sans"/>
              <a:buChar char="■"/>
              <a:defRPr sz="1600">
                <a:latin typeface="DM Sans"/>
                <a:ea typeface="DM Sans"/>
                <a:cs typeface="DM Sans"/>
                <a:sym typeface="DM Sans"/>
              </a:defRPr>
            </a:lvl6pPr>
            <a:lvl7pPr indent="-330200" lvl="6" marL="3200400">
              <a:spcBef>
                <a:spcPts val="0"/>
              </a:spcBef>
              <a:spcAft>
                <a:spcPts val="0"/>
              </a:spcAft>
              <a:buSzPts val="1600"/>
              <a:buFont typeface="DM Sans"/>
              <a:buChar char="●"/>
              <a:defRPr sz="1600">
                <a:latin typeface="DM Sans"/>
                <a:ea typeface="DM Sans"/>
                <a:cs typeface="DM Sans"/>
                <a:sym typeface="DM Sans"/>
              </a:defRPr>
            </a:lvl7pPr>
            <a:lvl8pPr indent="-330200" lvl="7" marL="3657600">
              <a:spcBef>
                <a:spcPts val="0"/>
              </a:spcBef>
              <a:spcAft>
                <a:spcPts val="0"/>
              </a:spcAft>
              <a:buSzPts val="1600"/>
              <a:buFont typeface="DM Sans"/>
              <a:buChar char="○"/>
              <a:defRPr sz="1600">
                <a:latin typeface="DM Sans"/>
                <a:ea typeface="DM Sans"/>
                <a:cs typeface="DM Sans"/>
                <a:sym typeface="DM Sans"/>
              </a:defRPr>
            </a:lvl8pPr>
            <a:lvl9pPr indent="-330200" lvl="8" marL="4114800">
              <a:spcBef>
                <a:spcPts val="0"/>
              </a:spcBef>
              <a:spcAft>
                <a:spcPts val="0"/>
              </a:spcAft>
              <a:buSzPts val="1600"/>
              <a:buFont typeface="DM Sans"/>
              <a:buChar char="■"/>
              <a:defRPr sz="1600">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54" name="Shape 454"/>
        <p:cNvGrpSpPr/>
        <p:nvPr/>
      </p:nvGrpSpPr>
      <p:grpSpPr>
        <a:xfrm>
          <a:off x="0" y="0"/>
          <a:ext cx="0" cy="0"/>
          <a:chOff x="0" y="0"/>
          <a:chExt cx="0" cy="0"/>
        </a:xfrm>
      </p:grpSpPr>
      <p:sp>
        <p:nvSpPr>
          <p:cNvPr id="455" name="Google Shape;455;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456" name="Google Shape;456;p6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457" name="Google Shape;4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2" name="Shape 662"/>
        <p:cNvGrpSpPr/>
        <p:nvPr/>
      </p:nvGrpSpPr>
      <p:grpSpPr>
        <a:xfrm>
          <a:off x="0" y="0"/>
          <a:ext cx="0" cy="0"/>
          <a:chOff x="0" y="0"/>
          <a:chExt cx="0" cy="0"/>
        </a:xfrm>
      </p:grpSpPr>
      <p:sp>
        <p:nvSpPr>
          <p:cNvPr id="663" name="Google Shape;663;p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1pPr>
            <a:lvl2pPr lvl="1">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2pPr>
            <a:lvl3pPr lvl="2">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3pPr>
            <a:lvl4pPr lvl="3">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4pPr>
            <a:lvl5pPr lvl="4">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5pPr>
            <a:lvl6pPr lvl="5">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6pPr>
            <a:lvl7pPr lvl="6">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7pPr>
            <a:lvl8pPr lvl="7">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8pPr>
            <a:lvl9pPr lvl="8">
              <a:spcBef>
                <a:spcPts val="0"/>
              </a:spcBef>
              <a:spcAft>
                <a:spcPts val="0"/>
              </a:spcAft>
              <a:buClr>
                <a:schemeClr val="dk1"/>
              </a:buClr>
              <a:buSzPts val="4000"/>
              <a:buFont typeface="Young Serif"/>
              <a:buNone/>
              <a:defRPr sz="4000">
                <a:solidFill>
                  <a:schemeClr val="dk1"/>
                </a:solidFill>
                <a:latin typeface="Young Serif"/>
                <a:ea typeface="Young Serif"/>
                <a:cs typeface="Young Serif"/>
                <a:sym typeface="Young Serif"/>
              </a:defRPr>
            </a:lvl9pPr>
          </a:lstStyle>
          <a:p/>
        </p:txBody>
      </p:sp>
      <p:sp>
        <p:nvSpPr>
          <p:cNvPr id="664" name="Google Shape;664;p92"/>
          <p:cNvSpPr txBox="1"/>
          <p:nvPr>
            <p:ph idx="1" type="body"/>
          </p:nvPr>
        </p:nvSpPr>
        <p:spPr>
          <a:xfrm>
            <a:off x="311700" y="1814450"/>
            <a:ext cx="8520600" cy="3416400"/>
          </a:xfrm>
          <a:prstGeom prst="rect">
            <a:avLst/>
          </a:prstGeom>
          <a:noFill/>
          <a:ln>
            <a:noFill/>
          </a:ln>
        </p:spPr>
        <p:txBody>
          <a:bodyPr anchorCtr="0" anchor="t" bIns="91425" lIns="91425" spcFirstLastPara="1" rIns="91425" wrap="square" tIns="91425">
            <a:normAutofit/>
          </a:bodyPr>
          <a:lstStyle>
            <a:lvl1pPr indent="-314325" lvl="0" marL="457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1pPr>
            <a:lvl2pPr indent="-314325" lvl="1" marL="914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2pPr>
            <a:lvl3pPr indent="-314325" lvl="2" marL="1371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3pPr>
            <a:lvl4pPr indent="-314325" lvl="3" marL="1828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4pPr>
            <a:lvl5pPr indent="-314325" lvl="4" marL="22860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5pPr>
            <a:lvl6pPr indent="-314325" lvl="5" marL="27432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6pPr>
            <a:lvl7pPr indent="-314325" lvl="6" marL="32004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7pPr>
            <a:lvl8pPr indent="-314325" lvl="7" marL="36576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8pPr>
            <a:lvl9pPr indent="-314325" lvl="8" marL="4114800">
              <a:lnSpc>
                <a:spcPct val="115000"/>
              </a:lnSpc>
              <a:spcBef>
                <a:spcPts val="0"/>
              </a:spcBef>
              <a:spcAft>
                <a:spcPts val="0"/>
              </a:spcAft>
              <a:buClr>
                <a:schemeClr val="dk1"/>
              </a:buClr>
              <a:buSzPts val="1350"/>
              <a:buFont typeface="Rubik"/>
              <a:buChar char="■"/>
              <a:defRPr sz="1350">
                <a:solidFill>
                  <a:schemeClr val="dk1"/>
                </a:solidFill>
                <a:latin typeface="Rubik"/>
                <a:ea typeface="Rubik"/>
                <a:cs typeface="Rubik"/>
                <a:sym typeface="Rubik"/>
              </a:defRPr>
            </a:lvl9pPr>
          </a:lstStyle>
          <a:p/>
        </p:txBody>
      </p:sp>
      <p:sp>
        <p:nvSpPr>
          <p:cNvPr id="665" name="Google Shape;665;p92"/>
          <p:cNvSpPr txBox="1"/>
          <p:nvPr>
            <p:ph idx="12" type="sldNum"/>
          </p:nvPr>
        </p:nvSpPr>
        <p:spPr>
          <a:xfrm>
            <a:off x="8595308" y="4749892"/>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ubik"/>
                <a:ea typeface="Rubik"/>
                <a:cs typeface="Rubik"/>
                <a:sym typeface="Rubik"/>
              </a:defRPr>
            </a:lvl1pPr>
            <a:lvl2pPr lvl="1" algn="r">
              <a:buNone/>
              <a:defRPr sz="1000">
                <a:solidFill>
                  <a:schemeClr val="dk2"/>
                </a:solidFill>
                <a:latin typeface="Rubik"/>
                <a:ea typeface="Rubik"/>
                <a:cs typeface="Rubik"/>
                <a:sym typeface="Rubik"/>
              </a:defRPr>
            </a:lvl2pPr>
            <a:lvl3pPr lvl="2" algn="r">
              <a:buNone/>
              <a:defRPr sz="1000">
                <a:solidFill>
                  <a:schemeClr val="dk2"/>
                </a:solidFill>
                <a:latin typeface="Rubik"/>
                <a:ea typeface="Rubik"/>
                <a:cs typeface="Rubik"/>
                <a:sym typeface="Rubik"/>
              </a:defRPr>
            </a:lvl3pPr>
            <a:lvl4pPr lvl="3" algn="r">
              <a:buNone/>
              <a:defRPr sz="1000">
                <a:solidFill>
                  <a:schemeClr val="dk2"/>
                </a:solidFill>
                <a:latin typeface="Rubik"/>
                <a:ea typeface="Rubik"/>
                <a:cs typeface="Rubik"/>
                <a:sym typeface="Rubik"/>
              </a:defRPr>
            </a:lvl4pPr>
            <a:lvl5pPr lvl="4" algn="r">
              <a:buNone/>
              <a:defRPr sz="1000">
                <a:solidFill>
                  <a:schemeClr val="dk2"/>
                </a:solidFill>
                <a:latin typeface="Rubik"/>
                <a:ea typeface="Rubik"/>
                <a:cs typeface="Rubik"/>
                <a:sym typeface="Rubik"/>
              </a:defRPr>
            </a:lvl5pPr>
            <a:lvl6pPr lvl="5" algn="r">
              <a:buNone/>
              <a:defRPr sz="1000">
                <a:solidFill>
                  <a:schemeClr val="dk2"/>
                </a:solidFill>
                <a:latin typeface="Rubik"/>
                <a:ea typeface="Rubik"/>
                <a:cs typeface="Rubik"/>
                <a:sym typeface="Rubik"/>
              </a:defRPr>
            </a:lvl6pPr>
            <a:lvl7pPr lvl="6" algn="r">
              <a:buNone/>
              <a:defRPr sz="1000">
                <a:solidFill>
                  <a:schemeClr val="dk2"/>
                </a:solidFill>
                <a:latin typeface="Rubik"/>
                <a:ea typeface="Rubik"/>
                <a:cs typeface="Rubik"/>
                <a:sym typeface="Rubik"/>
              </a:defRPr>
            </a:lvl7pPr>
            <a:lvl8pPr lvl="7" algn="r">
              <a:buNone/>
              <a:defRPr sz="1000">
                <a:solidFill>
                  <a:schemeClr val="dk2"/>
                </a:solidFill>
                <a:latin typeface="Rubik"/>
                <a:ea typeface="Rubik"/>
                <a:cs typeface="Rubik"/>
                <a:sym typeface="Rubik"/>
              </a:defRPr>
            </a:lvl8pPr>
            <a:lvl9pPr lvl="8" algn="r">
              <a:buNone/>
              <a:defRPr sz="1000">
                <a:solidFill>
                  <a:schemeClr val="dk2"/>
                </a:solidFill>
                <a:latin typeface="Rubik"/>
                <a:ea typeface="Rubik"/>
                <a:cs typeface="Rubik"/>
                <a:sym typeface="Rubik"/>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0.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24.xml"/><Relationship Id="rId3" Type="http://schemas.openxmlformats.org/officeDocument/2006/relationships/hyperlink" Target="https://youtu.be/k-8KcPKCzsY" TargetMode="External"/><Relationship Id="rId4" Type="http://schemas.openxmlformats.org/officeDocument/2006/relationships/hyperlink" Target="https://github.com/kmadhu181090/MS-AI/tree/main/Pathway%20Machine%20Learning%3A%20Theory%20%26%20Hands-On%20Practice%20with%20Python%20Specialization/CSCA%205642%3A%20Introduction%20to%20Deep%20Learn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5.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22"/>
          <p:cNvSpPr txBox="1"/>
          <p:nvPr>
            <p:ph type="ctrTitle"/>
          </p:nvPr>
        </p:nvSpPr>
        <p:spPr>
          <a:xfrm>
            <a:off x="196950" y="223825"/>
            <a:ext cx="8011800" cy="17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Introduction to Deep Learning</a:t>
            </a:r>
            <a:endParaRPr sz="4800"/>
          </a:p>
        </p:txBody>
      </p:sp>
      <p:sp>
        <p:nvSpPr>
          <p:cNvPr id="875" name="Google Shape;875;p122"/>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650"/>
              <a:t>CSCA 5642</a:t>
            </a:r>
            <a:endParaRPr sz="2650"/>
          </a:p>
        </p:txBody>
      </p:sp>
      <p:sp>
        <p:nvSpPr>
          <p:cNvPr id="876" name="Google Shape;876;p122"/>
          <p:cNvSpPr txBox="1"/>
          <p:nvPr>
            <p:ph idx="1" type="body"/>
          </p:nvPr>
        </p:nvSpPr>
        <p:spPr>
          <a:xfrm flipH="1" rot="-5215505">
            <a:off x="5886807" y="4540902"/>
            <a:ext cx="72705" cy="14728"/>
          </a:xfrm>
          <a:prstGeom prst="rect">
            <a:avLst/>
          </a:prstGeom>
        </p:spPr>
        <p:txBody>
          <a:bodyPr anchorCtr="0" anchor="ctr" bIns="91425" lIns="91425" spcFirstLastPara="1" rIns="91425" wrap="square" tIns="91425">
            <a:normAutofit fontScale="25000" lnSpcReduction="20000"/>
          </a:bodyPr>
          <a:lstStyle/>
          <a:p>
            <a:pPr indent="0" lvl="0" marL="0" rtl="0" algn="l">
              <a:spcBef>
                <a:spcPts val="0"/>
              </a:spcBef>
              <a:spcAft>
                <a:spcPts val="1200"/>
              </a:spcAft>
              <a:buNone/>
            </a:pPr>
            <a:r>
              <a:t/>
            </a:r>
            <a:endParaRPr/>
          </a:p>
        </p:txBody>
      </p:sp>
      <p:pic>
        <p:nvPicPr>
          <p:cNvPr descr="Blue and green wave pattern. " id="877" name="Google Shape;877;p122"/>
          <p:cNvPicPr preferRelativeResize="0"/>
          <p:nvPr>
            <p:ph idx="3" type="pic"/>
          </p:nvPr>
        </p:nvPicPr>
        <p:blipFill rotWithShape="1">
          <a:blip r:embed="rId3">
            <a:alphaModFix/>
          </a:blip>
          <a:srcRect b="797" l="0" r="0" t="797"/>
          <a:stretch/>
        </p:blipFill>
        <p:spPr>
          <a:xfrm>
            <a:off x="4437578" y="2171250"/>
            <a:ext cx="4509600" cy="2775600"/>
          </a:xfrm>
          <a:prstGeom prst="round2DiagRect">
            <a:avLst>
              <a:gd fmla="val 16667" name="adj1"/>
              <a:gd fmla="val 0" name="adj2"/>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23"/>
          <p:cNvSpPr txBox="1"/>
          <p:nvPr>
            <p:ph type="title"/>
          </p:nvPr>
        </p:nvSpPr>
        <p:spPr>
          <a:xfrm>
            <a:off x="635500" y="228600"/>
            <a:ext cx="7836900" cy="865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IMDB Binary Text Classification</a:t>
            </a:r>
            <a:endParaRPr/>
          </a:p>
        </p:txBody>
      </p:sp>
      <p:sp>
        <p:nvSpPr>
          <p:cNvPr id="883" name="Google Shape;883;p123"/>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Project Description</a:t>
            </a:r>
            <a:endParaRPr/>
          </a:p>
        </p:txBody>
      </p:sp>
      <p:sp>
        <p:nvSpPr>
          <p:cNvPr id="884" name="Google Shape;884;p123"/>
          <p:cNvSpPr txBox="1"/>
          <p:nvPr>
            <p:ph idx="2" type="body"/>
          </p:nvPr>
        </p:nvSpPr>
        <p:spPr>
          <a:xfrm>
            <a:off x="456400" y="1983350"/>
            <a:ext cx="8113800" cy="2713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5199">
                <a:latin typeface="Merriweather"/>
                <a:ea typeface="Merriweather"/>
                <a:cs typeface="Merriweather"/>
                <a:sym typeface="Merriweather"/>
              </a:rPr>
              <a:t>This project uses the IMDb Large Movie Review dataset, which contains 25,000 labelled movie reviews for training and 25,000 labelled movie reviews for testing. It's a binary sentiment classification problem where the goal is to classify the IMDB reviews as positive or negative.</a:t>
            </a:r>
            <a:endParaRPr sz="5199">
              <a:latin typeface="Merriweather"/>
              <a:ea typeface="Merriweather"/>
              <a:cs typeface="Merriweather"/>
              <a:sym typeface="Merriweather"/>
            </a:endParaRPr>
          </a:p>
          <a:p>
            <a:pPr indent="0" lvl="0" marL="0" rtl="0" algn="l">
              <a:spcBef>
                <a:spcPts val="1200"/>
              </a:spcBef>
              <a:spcAft>
                <a:spcPts val="0"/>
              </a:spcAft>
              <a:buClr>
                <a:schemeClr val="accent6"/>
              </a:buClr>
              <a:buSzPts val="275"/>
              <a:buFont typeface="Arial"/>
              <a:buNone/>
            </a:pPr>
            <a:r>
              <a:rPr b="1" lang="en" sz="5199" u="sng">
                <a:latin typeface="Merriweather"/>
                <a:ea typeface="Merriweather"/>
                <a:cs typeface="Merriweather"/>
                <a:sym typeface="Merriweather"/>
              </a:rPr>
              <a:t>Main Goal of the project:</a:t>
            </a:r>
            <a:endParaRPr sz="5199">
              <a:latin typeface="Merriweather"/>
              <a:ea typeface="Merriweather"/>
              <a:cs typeface="Merriweather"/>
              <a:sym typeface="Merriweather"/>
            </a:endParaRPr>
          </a:p>
          <a:p>
            <a:pPr indent="-311142" lvl="0" marL="457200" rtl="0" algn="l">
              <a:spcBef>
                <a:spcPts val="1200"/>
              </a:spcBef>
              <a:spcAft>
                <a:spcPts val="0"/>
              </a:spcAft>
              <a:buSzPct val="100000"/>
              <a:buFont typeface="Merriweather"/>
              <a:buChar char="●"/>
            </a:pPr>
            <a:r>
              <a:rPr lang="en" sz="5199">
                <a:latin typeface="Merriweather"/>
                <a:ea typeface="Merriweather"/>
                <a:cs typeface="Merriweather"/>
                <a:sym typeface="Merriweather"/>
              </a:rPr>
              <a:t>The main objective of the project is to build and evaluate deep learning models to classify whether the IMDB review is positive or negative.</a:t>
            </a:r>
            <a:endParaRPr sz="5199">
              <a:latin typeface="Merriweather"/>
              <a:ea typeface="Merriweather"/>
              <a:cs typeface="Merriweather"/>
              <a:sym typeface="Merriweather"/>
            </a:endParaRPr>
          </a:p>
          <a:p>
            <a:pPr indent="-311142" lvl="0" marL="457200" rtl="0" algn="l">
              <a:spcBef>
                <a:spcPts val="0"/>
              </a:spcBef>
              <a:spcAft>
                <a:spcPts val="0"/>
              </a:spcAft>
              <a:buSzPct val="100000"/>
              <a:buFont typeface="Merriweather"/>
              <a:buChar char="●"/>
            </a:pPr>
            <a:r>
              <a:rPr lang="en" sz="5199">
                <a:latin typeface="Merriweather"/>
                <a:ea typeface="Merriweather"/>
                <a:cs typeface="Merriweather"/>
                <a:sym typeface="Merriweather"/>
              </a:rPr>
              <a:t>I have used the following deep learning models to classify the sentiment of a review. </a:t>
            </a:r>
            <a:endParaRPr sz="5199">
              <a:latin typeface="Merriweather"/>
              <a:ea typeface="Merriweather"/>
              <a:cs typeface="Merriweather"/>
              <a:sym typeface="Merriweather"/>
            </a:endParaRPr>
          </a:p>
          <a:p>
            <a:pPr indent="-311142" lvl="0" marL="457200" rtl="0" algn="l">
              <a:spcBef>
                <a:spcPts val="0"/>
              </a:spcBef>
              <a:spcAft>
                <a:spcPts val="0"/>
              </a:spcAft>
              <a:buSzPct val="100000"/>
              <a:buFont typeface="Merriweather"/>
              <a:buChar char="●"/>
            </a:pPr>
            <a:r>
              <a:rPr lang="en" sz="5199">
                <a:latin typeface="Merriweather"/>
                <a:ea typeface="Merriweather"/>
                <a:cs typeface="Merriweather"/>
                <a:sym typeface="Merriweather"/>
              </a:rPr>
              <a:t>I have chosen the best model based on the accuracy, loss values, and F1 score, and implemented the best model on the test set. Hyperparameter tuning(using Keras Tuner) was performed for BiLSTM, CNN, and GRU models.</a:t>
            </a:r>
            <a:endParaRPr sz="5199">
              <a:latin typeface="Merriweather"/>
              <a:ea typeface="Merriweather"/>
              <a:cs typeface="Merriweather"/>
              <a:sym typeface="Merriweather"/>
            </a:endParaRPr>
          </a:p>
          <a:p>
            <a:pPr indent="0" lvl="0" marL="0" rtl="0" algn="l">
              <a:spcBef>
                <a:spcPts val="1200"/>
              </a:spcBef>
              <a:spcAft>
                <a:spcPts val="0"/>
              </a:spcAft>
              <a:buClr>
                <a:schemeClr val="accent6"/>
              </a:buClr>
              <a:buSzPct val="8148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12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Citation</a:t>
            </a:r>
            <a:endParaRPr/>
          </a:p>
        </p:txBody>
      </p:sp>
      <p:sp>
        <p:nvSpPr>
          <p:cNvPr id="890" name="Google Shape;890;p124"/>
          <p:cNvSpPr txBox="1"/>
          <p:nvPr>
            <p:ph idx="2" type="body"/>
          </p:nvPr>
        </p:nvSpPr>
        <p:spPr>
          <a:xfrm>
            <a:off x="456400" y="1983350"/>
            <a:ext cx="8113800" cy="28986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accent6"/>
              </a:buClr>
              <a:buSzPts val="275"/>
              <a:buFont typeface="Arial"/>
              <a:buNone/>
            </a:pPr>
            <a:r>
              <a:rPr b="1" lang="en" sz="5257" u="sng">
                <a:latin typeface="Merriweather"/>
                <a:ea typeface="Merriweather"/>
                <a:cs typeface="Merriweather"/>
                <a:sym typeface="Merriweather"/>
              </a:rPr>
              <a:t>Citation:</a:t>
            </a:r>
            <a:endParaRPr b="1" sz="5257" u="sng">
              <a:latin typeface="Merriweather"/>
              <a:ea typeface="Merriweather"/>
              <a:cs typeface="Merriweather"/>
              <a:sym typeface="Merriweather"/>
            </a:endParaRPr>
          </a:p>
          <a:p>
            <a:pPr indent="0" lvl="0" marL="0" rtl="0" algn="l">
              <a:spcBef>
                <a:spcPts val="1200"/>
              </a:spcBef>
              <a:spcAft>
                <a:spcPts val="0"/>
              </a:spcAft>
              <a:buClr>
                <a:schemeClr val="accent6"/>
              </a:buClr>
              <a:buSzPct val="27108"/>
              <a:buFont typeface="Arial"/>
              <a:buNone/>
            </a:pPr>
            <a:r>
              <a:rPr lang="en" sz="4057">
                <a:latin typeface="Merriweather"/>
                <a:ea typeface="Merriweather"/>
                <a:cs typeface="Merriweather"/>
                <a:sym typeface="Merriweather"/>
              </a:rPr>
              <a:t>Data Source Link: https://ai.stanford.edu/~amaas/data/sentiment/</a:t>
            </a:r>
            <a:endParaRPr sz="4057">
              <a:latin typeface="Merriweather"/>
              <a:ea typeface="Merriweather"/>
              <a:cs typeface="Merriweather"/>
              <a:sym typeface="Merriweather"/>
            </a:endParaRPr>
          </a:p>
          <a:p>
            <a:pPr indent="0" lvl="0" marL="0" rtl="0" algn="l">
              <a:spcBef>
                <a:spcPts val="1200"/>
              </a:spcBef>
              <a:spcAft>
                <a:spcPts val="0"/>
              </a:spcAft>
              <a:buClr>
                <a:schemeClr val="accent6"/>
              </a:buClr>
              <a:buSzPct val="27108"/>
              <a:buFont typeface="Arial"/>
              <a:buNone/>
            </a:pPr>
            <a:r>
              <a:rPr lang="en" sz="4057">
                <a:latin typeface="Merriweather"/>
                <a:ea typeface="Merriweather"/>
                <a:cs typeface="Merriweather"/>
                <a:sym typeface="Merriweather"/>
              </a:rPr>
              <a:t>Data Source for this project can be found in the below link:</a:t>
            </a:r>
            <a:endParaRPr sz="4057">
              <a:latin typeface="Merriweather"/>
              <a:ea typeface="Merriweather"/>
              <a:cs typeface="Merriweather"/>
              <a:sym typeface="Merriweather"/>
            </a:endParaRPr>
          </a:p>
          <a:p>
            <a:pPr indent="-293016" lvl="0" marL="457200" rtl="0" algn="l">
              <a:spcBef>
                <a:spcPts val="1200"/>
              </a:spcBef>
              <a:spcAft>
                <a:spcPts val="0"/>
              </a:spcAft>
              <a:buSzPct val="100000"/>
              <a:buFont typeface="Merriweather"/>
              <a:buChar char="●"/>
            </a:pPr>
            <a:r>
              <a:rPr lang="en" sz="4057">
                <a:latin typeface="Merriweather"/>
                <a:ea typeface="Merriweather"/>
                <a:cs typeface="Merriweather"/>
                <a:sym typeface="Merriweather"/>
              </a:rPr>
              <a:t>Sentiment Analysis. (n.d.). Ai.stanford.edu. https://ai.stanford.edu/~amaas/data/sentiment/</a:t>
            </a:r>
            <a:endParaRPr sz="4057">
              <a:latin typeface="Merriweather"/>
              <a:ea typeface="Merriweather"/>
              <a:cs typeface="Merriweather"/>
              <a:sym typeface="Merriweather"/>
            </a:endParaRPr>
          </a:p>
          <a:p>
            <a:pPr indent="-293016" lvl="0" marL="457200" rtl="0" algn="l">
              <a:spcBef>
                <a:spcPts val="0"/>
              </a:spcBef>
              <a:spcAft>
                <a:spcPts val="0"/>
              </a:spcAft>
              <a:buSzPct val="100000"/>
              <a:buFont typeface="Merriweather"/>
              <a:buChar char="●"/>
            </a:pPr>
            <a:r>
              <a:rPr lang="en" sz="4057">
                <a:latin typeface="Merriweather"/>
                <a:ea typeface="Merriweather"/>
                <a:cs typeface="Merriweather"/>
                <a:sym typeface="Merriweather"/>
              </a:rPr>
              <a:t>‌ Maas, A. L., Daly, R. E., Pham, P. T., Huang, D., Ng, A. Y., &amp; Potts, C. (2011, June 1). Learning Word Vectors for Sentiment Analysis. Association for Computational Linguistics. https://ai.stanford.edu/~amaas/papers/wvSent_acl2011.bib</a:t>
            </a:r>
            <a:endParaRPr sz="4057">
              <a:latin typeface="Merriweather"/>
              <a:ea typeface="Merriweather"/>
              <a:cs typeface="Merriweather"/>
              <a:sym typeface="Merriweather"/>
            </a:endParaRPr>
          </a:p>
          <a:p>
            <a:pPr indent="-293016" lvl="0" marL="457200" rtl="0" algn="l">
              <a:spcBef>
                <a:spcPts val="0"/>
              </a:spcBef>
              <a:spcAft>
                <a:spcPts val="0"/>
              </a:spcAft>
              <a:buSzPct val="100000"/>
              <a:buFont typeface="Merriweather"/>
              <a:buChar char="●"/>
            </a:pPr>
            <a:r>
              <a:rPr lang="en" sz="4057">
                <a:latin typeface="Merriweather"/>
                <a:ea typeface="Merriweather"/>
                <a:cs typeface="Merriweather"/>
                <a:sym typeface="Merriweather"/>
              </a:rPr>
              <a:t>‌@InProceedings{maas-EtAl:2011:ACL-HLT2011, author = {Maas, Andrew L. and Daly, Raymond E. and Pham, Peter T. and Huang, Dan and Ng, Andrew Y. and Potts, Christopher}, title = {Learning Word Vectors for Sentiment Analysis}, booktitle = {Proceedings of the 49th Annual Meeting of the Association for Computational Linguistics: Human Language Technologies}, month = {June}, year = {2011}, address = {Portland, Oregon, USA}, publisher = {Association for Computational Linguistics}, pages = {142--150}, url = {http://www.aclweb.org/anthology/P11-1015} }</a:t>
            </a:r>
            <a:endParaRPr sz="4057">
              <a:latin typeface="Merriweather"/>
              <a:ea typeface="Merriweather"/>
              <a:cs typeface="Merriweather"/>
              <a:sym typeface="Merriweather"/>
            </a:endParaRPr>
          </a:p>
          <a:p>
            <a:pPr indent="0" lvl="0" marL="0" rtl="0" algn="l">
              <a:spcBef>
                <a:spcPts val="1200"/>
              </a:spcBef>
              <a:spcAft>
                <a:spcPts val="0"/>
              </a:spcAft>
              <a:buClr>
                <a:schemeClr val="accent6"/>
              </a:buClr>
              <a:buSzPts val="275"/>
              <a:buFont typeface="Arial"/>
              <a:buNone/>
            </a:pPr>
            <a:r>
              <a:t/>
            </a:r>
            <a:endParaRPr sz="5257">
              <a:latin typeface="Merriweather"/>
              <a:ea typeface="Merriweather"/>
              <a:cs typeface="Merriweather"/>
              <a:sym typeface="Merriweathe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2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Project Steps</a:t>
            </a:r>
            <a:endParaRPr/>
          </a:p>
        </p:txBody>
      </p:sp>
      <p:sp>
        <p:nvSpPr>
          <p:cNvPr id="896" name="Google Shape;896;p125"/>
          <p:cNvSpPr txBox="1"/>
          <p:nvPr>
            <p:ph idx="1" type="body"/>
          </p:nvPr>
        </p:nvSpPr>
        <p:spPr>
          <a:xfrm>
            <a:off x="688450" y="2146900"/>
            <a:ext cx="3309900" cy="2383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0" lang="en">
                <a:latin typeface="Merriweather"/>
                <a:ea typeface="Merriweather"/>
                <a:cs typeface="Merriweather"/>
                <a:sym typeface="Merriweather"/>
              </a:rPr>
              <a:t>Project Description and Objective</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Citation</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Data Loading</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Exploratory Data Analysis</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Data Cleaning and Preproc</a:t>
            </a:r>
            <a:r>
              <a:rPr b="0" lang="en">
                <a:latin typeface="Merriweather"/>
                <a:ea typeface="Merriweather"/>
                <a:cs typeface="Merriweather"/>
                <a:sym typeface="Merriweather"/>
              </a:rPr>
              <a:t>essing</a:t>
            </a:r>
            <a:endParaRPr b="0">
              <a:latin typeface="Merriweather"/>
              <a:ea typeface="Merriweather"/>
              <a:cs typeface="Merriweather"/>
              <a:sym typeface="Merriweather"/>
            </a:endParaRPr>
          </a:p>
          <a:p>
            <a:pPr indent="0" lvl="0" marL="0" rtl="0" algn="ctr">
              <a:spcBef>
                <a:spcPts val="1200"/>
              </a:spcBef>
              <a:spcAft>
                <a:spcPts val="1200"/>
              </a:spcAft>
              <a:buNone/>
            </a:pPr>
            <a:r>
              <a:rPr b="0" lang="en">
                <a:latin typeface="Merriweather"/>
                <a:ea typeface="Merriweather"/>
                <a:cs typeface="Merriweather"/>
                <a:sym typeface="Merriweather"/>
              </a:rPr>
              <a:t>Model Building &amp; Interpretation</a:t>
            </a:r>
            <a:endParaRPr b="0">
              <a:latin typeface="Merriweather"/>
              <a:ea typeface="Merriweather"/>
              <a:cs typeface="Merriweather"/>
              <a:sym typeface="Merriweather"/>
            </a:endParaRPr>
          </a:p>
        </p:txBody>
      </p:sp>
      <p:sp>
        <p:nvSpPr>
          <p:cNvPr id="897" name="Google Shape;897;p125"/>
          <p:cNvSpPr txBox="1"/>
          <p:nvPr>
            <p:ph idx="2" type="body"/>
          </p:nvPr>
        </p:nvSpPr>
        <p:spPr>
          <a:xfrm>
            <a:off x="5146875" y="2146900"/>
            <a:ext cx="3309900" cy="2383200"/>
          </a:xfrm>
          <a:prstGeom prst="rect">
            <a:avLst/>
          </a:prstGeom>
        </p:spPr>
        <p:txBody>
          <a:bodyPr anchorCtr="0" anchor="t" bIns="91425" lIns="91425" spcFirstLastPara="1" rIns="91425" wrap="square" tIns="91425">
            <a:normAutofit lnSpcReduction="20000"/>
          </a:bodyPr>
          <a:lstStyle/>
          <a:p>
            <a:pPr indent="0" lvl="0" marL="0" rtl="0" algn="ctr">
              <a:lnSpc>
                <a:spcPct val="100000"/>
              </a:lnSpc>
              <a:spcBef>
                <a:spcPts val="0"/>
              </a:spcBef>
              <a:spcAft>
                <a:spcPts val="0"/>
              </a:spcAft>
              <a:buNone/>
            </a:pPr>
            <a:r>
              <a:rPr b="0" lang="en">
                <a:latin typeface="Merriweather"/>
                <a:ea typeface="Merriweather"/>
                <a:cs typeface="Merriweather"/>
                <a:sym typeface="Merriweather"/>
              </a:rPr>
              <a:t>Model Summary</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Conclusion</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Improvements </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Challenges</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rPr b="0" lang="en">
                <a:latin typeface="Merriweather"/>
                <a:ea typeface="Merriweather"/>
                <a:cs typeface="Merriweather"/>
                <a:sym typeface="Merriweather"/>
              </a:rPr>
              <a:t>References</a:t>
            </a:r>
            <a:endParaRPr b="0">
              <a:latin typeface="Merriweather"/>
              <a:ea typeface="Merriweather"/>
              <a:cs typeface="Merriweather"/>
              <a:sym typeface="Merriweather"/>
            </a:endParaRPr>
          </a:p>
          <a:p>
            <a:pPr indent="0" lvl="0" marL="0" rtl="0" algn="ctr">
              <a:lnSpc>
                <a:spcPct val="100000"/>
              </a:lnSpc>
              <a:spcBef>
                <a:spcPts val="1200"/>
              </a:spcBef>
              <a:spcAft>
                <a:spcPts val="0"/>
              </a:spcAft>
              <a:buNone/>
            </a:pPr>
            <a:r>
              <a:t/>
            </a:r>
            <a:endParaRPr b="0">
              <a:latin typeface="Merriweather"/>
              <a:ea typeface="Merriweather"/>
              <a:cs typeface="Merriweather"/>
              <a:sym typeface="Merriweather"/>
            </a:endParaRPr>
          </a:p>
          <a:p>
            <a:pPr indent="0" lvl="0" marL="0" rtl="0" algn="ctr">
              <a:spcBef>
                <a:spcPts val="1200"/>
              </a:spcBef>
              <a:spcAft>
                <a:spcPts val="1200"/>
              </a:spcAft>
              <a:buNone/>
            </a:pPr>
            <a:r>
              <a:t/>
            </a:r>
            <a:endParaRPr b="0">
              <a:latin typeface="Merriweather"/>
              <a:ea typeface="Merriweather"/>
              <a:cs typeface="Merriweather"/>
              <a:sym typeface="Merriweath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26"/>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 Loading </a:t>
            </a:r>
            <a:endParaRPr/>
          </a:p>
        </p:txBody>
      </p:sp>
      <p:sp>
        <p:nvSpPr>
          <p:cNvPr id="903" name="Google Shape;903;p126"/>
          <p:cNvSpPr txBox="1"/>
          <p:nvPr>
            <p:ph idx="1" type="body"/>
          </p:nvPr>
        </p:nvSpPr>
        <p:spPr>
          <a:xfrm>
            <a:off x="688450" y="2146900"/>
            <a:ext cx="3309900" cy="23832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t/>
            </a:r>
            <a:endParaRPr/>
          </a:p>
        </p:txBody>
      </p:sp>
      <p:sp>
        <p:nvSpPr>
          <p:cNvPr id="904" name="Google Shape;904;p126"/>
          <p:cNvSpPr txBox="1"/>
          <p:nvPr>
            <p:ph idx="2" type="body"/>
          </p:nvPr>
        </p:nvSpPr>
        <p:spPr>
          <a:xfrm>
            <a:off x="5146875" y="2146900"/>
            <a:ext cx="3309900" cy="23832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t/>
            </a:r>
            <a:endParaRPr/>
          </a:p>
        </p:txBody>
      </p:sp>
      <p:pic>
        <p:nvPicPr>
          <p:cNvPr id="905" name="Google Shape;905;p126"/>
          <p:cNvPicPr preferRelativeResize="0"/>
          <p:nvPr/>
        </p:nvPicPr>
        <p:blipFill>
          <a:blip r:embed="rId3">
            <a:alphaModFix/>
          </a:blip>
          <a:stretch>
            <a:fillRect/>
          </a:stretch>
        </p:blipFill>
        <p:spPr>
          <a:xfrm>
            <a:off x="201300" y="1721200"/>
            <a:ext cx="8688824" cy="3200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27"/>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Exploratory Data Analysis</a:t>
            </a:r>
            <a:endParaRPr/>
          </a:p>
        </p:txBody>
      </p:sp>
      <p:sp>
        <p:nvSpPr>
          <p:cNvPr id="911" name="Google Shape;911;p127"/>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Class Imbalance &amp; Word Count Distribution</a:t>
            </a:r>
            <a:endParaRPr/>
          </a:p>
        </p:txBody>
      </p:sp>
      <p:sp>
        <p:nvSpPr>
          <p:cNvPr id="912" name="Google Shape;912;p127"/>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accent4"/>
              </a:buClr>
              <a:buSzPts val="1100"/>
              <a:buNone/>
            </a:pPr>
            <a:r>
              <a:t/>
            </a:r>
            <a:endParaRPr/>
          </a:p>
        </p:txBody>
      </p:sp>
      <p:pic>
        <p:nvPicPr>
          <p:cNvPr id="913" name="Google Shape;913;p127"/>
          <p:cNvPicPr preferRelativeResize="0"/>
          <p:nvPr/>
        </p:nvPicPr>
        <p:blipFill>
          <a:blip r:embed="rId3">
            <a:alphaModFix/>
          </a:blip>
          <a:stretch>
            <a:fillRect/>
          </a:stretch>
        </p:blipFill>
        <p:spPr>
          <a:xfrm>
            <a:off x="456400" y="1983350"/>
            <a:ext cx="3780300" cy="2681064"/>
          </a:xfrm>
          <a:prstGeom prst="rect">
            <a:avLst/>
          </a:prstGeom>
          <a:noFill/>
          <a:ln>
            <a:noFill/>
          </a:ln>
        </p:spPr>
      </p:pic>
      <p:pic>
        <p:nvPicPr>
          <p:cNvPr id="914" name="Google Shape;914;p127"/>
          <p:cNvPicPr preferRelativeResize="0"/>
          <p:nvPr/>
        </p:nvPicPr>
        <p:blipFill>
          <a:blip r:embed="rId4">
            <a:alphaModFix/>
          </a:blip>
          <a:stretch>
            <a:fillRect/>
          </a:stretch>
        </p:blipFill>
        <p:spPr>
          <a:xfrm>
            <a:off x="4682725" y="1983350"/>
            <a:ext cx="4187274" cy="271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28"/>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Exploratory Data Analysis</a:t>
            </a:r>
            <a:endParaRPr/>
          </a:p>
        </p:txBody>
      </p:sp>
      <p:sp>
        <p:nvSpPr>
          <p:cNvPr id="920" name="Google Shape;920;p128"/>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Outliers</a:t>
            </a:r>
            <a:endParaRPr/>
          </a:p>
        </p:txBody>
      </p:sp>
      <p:sp>
        <p:nvSpPr>
          <p:cNvPr id="921" name="Google Shape;921;p128"/>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accent4"/>
              </a:buClr>
              <a:buSzPts val="1100"/>
              <a:buNone/>
            </a:pPr>
            <a:r>
              <a:t/>
            </a:r>
            <a:endParaRPr/>
          </a:p>
        </p:txBody>
      </p:sp>
      <p:pic>
        <p:nvPicPr>
          <p:cNvPr id="922" name="Google Shape;922;p128"/>
          <p:cNvPicPr preferRelativeResize="0"/>
          <p:nvPr/>
        </p:nvPicPr>
        <p:blipFill>
          <a:blip r:embed="rId3">
            <a:alphaModFix/>
          </a:blip>
          <a:stretch>
            <a:fillRect/>
          </a:stretch>
        </p:blipFill>
        <p:spPr>
          <a:xfrm>
            <a:off x="211375" y="1761475"/>
            <a:ext cx="8716774" cy="31505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29"/>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Exploratory Data Analysis</a:t>
            </a:r>
            <a:endParaRPr/>
          </a:p>
        </p:txBody>
      </p:sp>
      <p:sp>
        <p:nvSpPr>
          <p:cNvPr id="928" name="Google Shape;928;p129"/>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Vocabulary Level EDA</a:t>
            </a:r>
            <a:endParaRPr/>
          </a:p>
        </p:txBody>
      </p:sp>
      <p:pic>
        <p:nvPicPr>
          <p:cNvPr id="929" name="Google Shape;929;p129"/>
          <p:cNvPicPr preferRelativeResize="0"/>
          <p:nvPr/>
        </p:nvPicPr>
        <p:blipFill>
          <a:blip r:embed="rId3">
            <a:alphaModFix/>
          </a:blip>
          <a:stretch>
            <a:fillRect/>
          </a:stretch>
        </p:blipFill>
        <p:spPr>
          <a:xfrm>
            <a:off x="251650" y="1781600"/>
            <a:ext cx="8664376" cy="3143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30"/>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Exploratory Data Analysis</a:t>
            </a:r>
            <a:endParaRPr/>
          </a:p>
        </p:txBody>
      </p:sp>
      <p:sp>
        <p:nvSpPr>
          <p:cNvPr id="935" name="Google Shape;935;p130"/>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Word Cloud &amp; N-grams</a:t>
            </a:r>
            <a:endParaRPr/>
          </a:p>
        </p:txBody>
      </p:sp>
      <p:sp>
        <p:nvSpPr>
          <p:cNvPr id="936" name="Google Shape;936;p130"/>
          <p:cNvSpPr txBox="1"/>
          <p:nvPr>
            <p:ph idx="3" type="body"/>
          </p:nvPr>
        </p:nvSpPr>
        <p:spPr>
          <a:xfrm>
            <a:off x="456400" y="1983350"/>
            <a:ext cx="3803700" cy="27132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a:latin typeface="Merriweather"/>
              <a:ea typeface="Merriweather"/>
              <a:cs typeface="Merriweather"/>
              <a:sym typeface="Merriweather"/>
            </a:endParaRPr>
          </a:p>
        </p:txBody>
      </p:sp>
      <p:pic>
        <p:nvPicPr>
          <p:cNvPr id="937" name="Google Shape;937;p130"/>
          <p:cNvPicPr preferRelativeResize="0"/>
          <p:nvPr/>
        </p:nvPicPr>
        <p:blipFill>
          <a:blip r:embed="rId3">
            <a:alphaModFix/>
          </a:blip>
          <a:stretch>
            <a:fillRect/>
          </a:stretch>
        </p:blipFill>
        <p:spPr>
          <a:xfrm>
            <a:off x="456400" y="1983350"/>
            <a:ext cx="3803700" cy="2713201"/>
          </a:xfrm>
          <a:prstGeom prst="rect">
            <a:avLst/>
          </a:prstGeom>
          <a:noFill/>
          <a:ln>
            <a:noFill/>
          </a:ln>
        </p:spPr>
      </p:pic>
      <p:pic>
        <p:nvPicPr>
          <p:cNvPr id="938" name="Google Shape;938;p130"/>
          <p:cNvPicPr preferRelativeResize="0"/>
          <p:nvPr/>
        </p:nvPicPr>
        <p:blipFill>
          <a:blip r:embed="rId4">
            <a:alphaModFix/>
          </a:blip>
          <a:stretch>
            <a:fillRect/>
          </a:stretch>
        </p:blipFill>
        <p:spPr>
          <a:xfrm>
            <a:off x="4513150" y="1983350"/>
            <a:ext cx="4374724" cy="2713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31"/>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400"/>
              <a:t>Exploratory Data Analysis</a:t>
            </a:r>
            <a:endParaRPr sz="3400"/>
          </a:p>
        </p:txBody>
      </p:sp>
      <p:sp>
        <p:nvSpPr>
          <p:cNvPr id="944" name="Google Shape;944;p131"/>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N-grams for Positive and Negative Reviews</a:t>
            </a:r>
            <a:endParaRPr/>
          </a:p>
        </p:txBody>
      </p:sp>
      <p:sp>
        <p:nvSpPr>
          <p:cNvPr id="945" name="Google Shape;945;p131"/>
          <p:cNvSpPr txBox="1"/>
          <p:nvPr>
            <p:ph idx="3" type="body"/>
          </p:nvPr>
        </p:nvSpPr>
        <p:spPr>
          <a:xfrm>
            <a:off x="456400" y="1983350"/>
            <a:ext cx="3803700" cy="27132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a:latin typeface="Merriweather"/>
              <a:ea typeface="Merriweather"/>
              <a:cs typeface="Merriweather"/>
              <a:sym typeface="Merriweather"/>
            </a:endParaRPr>
          </a:p>
        </p:txBody>
      </p:sp>
      <p:pic>
        <p:nvPicPr>
          <p:cNvPr id="946" name="Google Shape;946;p131"/>
          <p:cNvPicPr preferRelativeResize="0"/>
          <p:nvPr/>
        </p:nvPicPr>
        <p:blipFill>
          <a:blip r:embed="rId3">
            <a:alphaModFix/>
          </a:blip>
          <a:stretch>
            <a:fillRect/>
          </a:stretch>
        </p:blipFill>
        <p:spPr>
          <a:xfrm>
            <a:off x="221450" y="1771550"/>
            <a:ext cx="8686577" cy="3150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32"/>
          <p:cNvSpPr txBox="1"/>
          <p:nvPr>
            <p:ph type="title"/>
          </p:nvPr>
        </p:nvSpPr>
        <p:spPr>
          <a:xfrm>
            <a:off x="635500" y="228600"/>
            <a:ext cx="7836900" cy="865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accent6"/>
              </a:buClr>
              <a:buSzPct val="27500"/>
              <a:buFont typeface="Arial"/>
              <a:buNone/>
            </a:pPr>
            <a:r>
              <a:rPr lang="en"/>
              <a:t>Data Preprocessing &amp; Cleaning </a:t>
            </a:r>
            <a:endParaRPr/>
          </a:p>
        </p:txBody>
      </p:sp>
      <p:sp>
        <p:nvSpPr>
          <p:cNvPr id="952" name="Google Shape;952;p132"/>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770"/>
              <a:buNone/>
            </a:pPr>
            <a:r>
              <a:t/>
            </a:r>
            <a:endParaRPr sz="1555">
              <a:latin typeface="Merriweather"/>
              <a:ea typeface="Merriweather"/>
              <a:cs typeface="Merriweather"/>
              <a:sym typeface="Merriweather"/>
            </a:endParaRPr>
          </a:p>
          <a:p>
            <a:pPr indent="-327366" lvl="0" marL="457200" rtl="0" algn="l">
              <a:lnSpc>
                <a:spcPct val="95000"/>
              </a:lnSpc>
              <a:spcBef>
                <a:spcPts val="1200"/>
              </a:spcBef>
              <a:spcAft>
                <a:spcPts val="0"/>
              </a:spcAft>
              <a:buSzPts val="1555"/>
              <a:buFont typeface="Merriweather"/>
              <a:buChar char="●"/>
            </a:pPr>
            <a:r>
              <a:rPr lang="en" sz="1555">
                <a:latin typeface="Merriweather"/>
                <a:ea typeface="Merriweather"/>
                <a:cs typeface="Merriweather"/>
                <a:sym typeface="Merriweather"/>
              </a:rPr>
              <a:t>Converts the text to lowercase, removes HTML tags, and removes punctuation using a regex pattern</a:t>
            </a:r>
            <a:endParaRPr sz="1555">
              <a:latin typeface="Merriweather"/>
              <a:ea typeface="Merriweather"/>
              <a:cs typeface="Merriweather"/>
              <a:sym typeface="Merriweather"/>
            </a:endParaRPr>
          </a:p>
          <a:p>
            <a:pPr indent="-327366" lvl="0" marL="457200" rtl="0" algn="l">
              <a:lnSpc>
                <a:spcPct val="95000"/>
              </a:lnSpc>
              <a:spcBef>
                <a:spcPts val="0"/>
              </a:spcBef>
              <a:spcAft>
                <a:spcPts val="0"/>
              </a:spcAft>
              <a:buSzPts val="1555"/>
              <a:buFont typeface="Merriweather"/>
              <a:buChar char="●"/>
            </a:pPr>
            <a:r>
              <a:rPr lang="en" sz="1555">
                <a:latin typeface="Merriweather"/>
                <a:ea typeface="Merriweather"/>
                <a:cs typeface="Merriweather"/>
                <a:sym typeface="Merriweather"/>
              </a:rPr>
              <a:t>Text vectorization layer is created to convert the raw text into a sequence of integers.</a:t>
            </a:r>
            <a:endParaRPr sz="1555">
              <a:latin typeface="Merriweather"/>
              <a:ea typeface="Merriweather"/>
              <a:cs typeface="Merriweather"/>
              <a:sym typeface="Merriweather"/>
            </a:endParaRPr>
          </a:p>
          <a:p>
            <a:pPr indent="-327366" lvl="0" marL="457200" rtl="0" algn="l">
              <a:lnSpc>
                <a:spcPct val="95000"/>
              </a:lnSpc>
              <a:spcBef>
                <a:spcPts val="0"/>
              </a:spcBef>
              <a:spcAft>
                <a:spcPts val="0"/>
              </a:spcAft>
              <a:buSzPts val="1555"/>
              <a:buFont typeface="Merriweather"/>
              <a:buChar char="●"/>
            </a:pPr>
            <a:r>
              <a:rPr lang="en" sz="1555">
                <a:latin typeface="Merriweather"/>
                <a:ea typeface="Merriweather"/>
                <a:cs typeface="Merriweather"/>
                <a:sym typeface="Merriweather"/>
              </a:rPr>
              <a:t>Extracts only the text from the training dataset.adapt() learns only the vocabulary from the training data.</a:t>
            </a:r>
            <a:endParaRPr sz="1555">
              <a:latin typeface="Merriweather"/>
              <a:ea typeface="Merriweather"/>
              <a:cs typeface="Merriweather"/>
              <a:sym typeface="Merriweather"/>
            </a:endParaRPr>
          </a:p>
          <a:p>
            <a:pPr indent="-327366" lvl="0" marL="457200" rtl="0" algn="l">
              <a:lnSpc>
                <a:spcPct val="95000"/>
              </a:lnSpc>
              <a:spcBef>
                <a:spcPts val="0"/>
              </a:spcBef>
              <a:spcAft>
                <a:spcPts val="0"/>
              </a:spcAft>
              <a:buSzPts val="1555"/>
              <a:buFont typeface="Merriweather"/>
              <a:buChar char="●"/>
            </a:pPr>
            <a:r>
              <a:rPr lang="en" sz="1555">
                <a:latin typeface="Merriweather"/>
                <a:ea typeface="Merriweather"/>
                <a:cs typeface="Merriweather"/>
                <a:sym typeface="Merriweather"/>
              </a:rPr>
              <a:t>Vectorization is applied to the train, test, and val datasets.</a:t>
            </a:r>
            <a:endParaRPr sz="1555">
              <a:latin typeface="Merriweather"/>
              <a:ea typeface="Merriweather"/>
              <a:cs typeface="Merriweather"/>
              <a:sym typeface="Merriweather"/>
            </a:endParaRPr>
          </a:p>
          <a:p>
            <a:pPr indent="-327366" lvl="0" marL="457200" rtl="0" algn="l">
              <a:lnSpc>
                <a:spcPct val="95000"/>
              </a:lnSpc>
              <a:spcBef>
                <a:spcPts val="0"/>
              </a:spcBef>
              <a:spcAft>
                <a:spcPts val="0"/>
              </a:spcAft>
              <a:buSzPts val="1555"/>
              <a:buFont typeface="Merriweather"/>
              <a:buChar char="●"/>
            </a:pPr>
            <a:r>
              <a:rPr lang="en" sz="1555">
                <a:latin typeface="Merriweather"/>
                <a:ea typeface="Merriweather"/>
                <a:cs typeface="Merriweather"/>
                <a:sym typeface="Merriweather"/>
              </a:rPr>
              <a:t>Optimizing the data pipeline (For fastertraining - prefetching the next batch when the model trains the current batch)</a:t>
            </a:r>
            <a:endParaRPr sz="1555">
              <a:latin typeface="Merriweather"/>
              <a:ea typeface="Merriweather"/>
              <a:cs typeface="Merriweather"/>
              <a:sym typeface="Merriweath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33"/>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400"/>
              <a:t>Model Building &amp; Interpretation</a:t>
            </a:r>
            <a:endParaRPr sz="3000"/>
          </a:p>
        </p:txBody>
      </p:sp>
      <p:sp>
        <p:nvSpPr>
          <p:cNvPr id="958" name="Google Shape;958;p133"/>
          <p:cNvSpPr txBox="1"/>
          <p:nvPr>
            <p:ph idx="3"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Baseline Model</a:t>
            </a:r>
            <a:endParaRPr/>
          </a:p>
        </p:txBody>
      </p:sp>
      <p:sp>
        <p:nvSpPr>
          <p:cNvPr id="959" name="Google Shape;959;p133"/>
          <p:cNvSpPr txBox="1"/>
          <p:nvPr>
            <p:ph idx="1" type="body"/>
          </p:nvPr>
        </p:nvSpPr>
        <p:spPr>
          <a:xfrm>
            <a:off x="688450" y="2146900"/>
            <a:ext cx="3309900" cy="23832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a:t>Place Value and Number Sense</a:t>
            </a:r>
            <a:endParaRPr/>
          </a:p>
          <a:p>
            <a:pPr indent="0" lvl="0" marL="0" rtl="0" algn="ctr">
              <a:lnSpc>
                <a:spcPct val="100000"/>
              </a:lnSpc>
              <a:spcBef>
                <a:spcPts val="1200"/>
              </a:spcBef>
              <a:spcAft>
                <a:spcPts val="0"/>
              </a:spcAft>
              <a:buNone/>
            </a:pPr>
            <a:r>
              <a:rPr lang="en"/>
              <a:t>Operations with Whole Numbers</a:t>
            </a:r>
            <a:endParaRPr/>
          </a:p>
          <a:p>
            <a:pPr indent="0" lvl="0" marL="0" rtl="0" algn="ctr">
              <a:lnSpc>
                <a:spcPct val="100000"/>
              </a:lnSpc>
              <a:spcBef>
                <a:spcPts val="1200"/>
              </a:spcBef>
              <a:spcAft>
                <a:spcPts val="0"/>
              </a:spcAft>
              <a:buNone/>
            </a:pPr>
            <a:r>
              <a:t/>
            </a:r>
            <a:endParaRPr/>
          </a:p>
          <a:p>
            <a:pPr indent="0" lvl="0" marL="0" rtl="0" algn="l">
              <a:lnSpc>
                <a:spcPct val="100000"/>
              </a:lnSpc>
              <a:spcBef>
                <a:spcPts val="1200"/>
              </a:spcBef>
              <a:spcAft>
                <a:spcPts val="0"/>
              </a:spcAft>
              <a:buNone/>
            </a:pPr>
            <a:r>
              <a:t/>
            </a:r>
            <a:endParaRPr/>
          </a:p>
          <a:p>
            <a:pPr indent="0" lvl="0" marL="0" rtl="0" algn="ctr">
              <a:lnSpc>
                <a:spcPct val="100000"/>
              </a:lnSpc>
              <a:spcBef>
                <a:spcPts val="1200"/>
              </a:spcBef>
              <a:spcAft>
                <a:spcPts val="0"/>
              </a:spcAft>
              <a:buNone/>
            </a:pPr>
            <a:r>
              <a:t/>
            </a:r>
            <a:endParaRPr/>
          </a:p>
          <a:p>
            <a:pPr indent="0" lvl="0" marL="0" rtl="0" algn="ctr">
              <a:spcBef>
                <a:spcPts val="1200"/>
              </a:spcBef>
              <a:spcAft>
                <a:spcPts val="1200"/>
              </a:spcAft>
              <a:buNone/>
            </a:pPr>
            <a:r>
              <a:t/>
            </a:r>
            <a:endParaRPr/>
          </a:p>
        </p:txBody>
      </p:sp>
      <p:sp>
        <p:nvSpPr>
          <p:cNvPr id="960" name="Google Shape;960;p133"/>
          <p:cNvSpPr txBox="1"/>
          <p:nvPr>
            <p:ph idx="2" type="body"/>
          </p:nvPr>
        </p:nvSpPr>
        <p:spPr>
          <a:xfrm>
            <a:off x="5146875" y="2146900"/>
            <a:ext cx="3309900" cy="2383200"/>
          </a:xfrm>
          <a:prstGeom prst="rect">
            <a:avLst/>
          </a:prstGeom>
        </p:spPr>
        <p:txBody>
          <a:bodyPr anchorCtr="0" anchor="t" bIns="91425" lIns="91425" spcFirstLastPara="1" rIns="91425" wrap="square" tIns="91425">
            <a:normAutofit/>
          </a:bodyPr>
          <a:lstStyle/>
          <a:p>
            <a:pPr indent="0" lvl="0" marL="0" rtl="0" algn="ctr">
              <a:lnSpc>
                <a:spcPct val="100000"/>
              </a:lnSpc>
              <a:spcBef>
                <a:spcPts val="0"/>
              </a:spcBef>
              <a:spcAft>
                <a:spcPts val="0"/>
              </a:spcAft>
              <a:buNone/>
            </a:pPr>
            <a:r>
              <a:t/>
            </a:r>
            <a:endParaRPr/>
          </a:p>
          <a:p>
            <a:pPr indent="0" lvl="0" marL="0" rtl="0" algn="ctr">
              <a:lnSpc>
                <a:spcPct val="100000"/>
              </a:lnSpc>
              <a:spcBef>
                <a:spcPts val="1200"/>
              </a:spcBef>
              <a:spcAft>
                <a:spcPts val="0"/>
              </a:spcAft>
              <a:buNone/>
            </a:pPr>
            <a:r>
              <a:t/>
            </a:r>
            <a:endParaRPr/>
          </a:p>
          <a:p>
            <a:pPr indent="0" lvl="0" marL="0" rtl="0" algn="ctr">
              <a:lnSpc>
                <a:spcPct val="100000"/>
              </a:lnSpc>
              <a:spcBef>
                <a:spcPts val="1200"/>
              </a:spcBef>
              <a:spcAft>
                <a:spcPts val="0"/>
              </a:spcAft>
              <a:buNone/>
            </a:pPr>
            <a:r>
              <a:t/>
            </a:r>
            <a:endParaRPr/>
          </a:p>
          <a:p>
            <a:pPr indent="0" lvl="0" marL="0" rtl="0" algn="ctr">
              <a:lnSpc>
                <a:spcPct val="100000"/>
              </a:lnSpc>
              <a:spcBef>
                <a:spcPts val="1200"/>
              </a:spcBef>
              <a:spcAft>
                <a:spcPts val="0"/>
              </a:spcAft>
              <a:buNone/>
            </a:pPr>
            <a:r>
              <a:t/>
            </a:r>
            <a:endParaRPr/>
          </a:p>
          <a:p>
            <a:pPr indent="0" lvl="0" marL="0" rtl="0" algn="ctr">
              <a:spcBef>
                <a:spcPts val="1200"/>
              </a:spcBef>
              <a:spcAft>
                <a:spcPts val="1200"/>
              </a:spcAft>
              <a:buNone/>
            </a:pPr>
            <a:r>
              <a:t/>
            </a:r>
            <a:endParaRPr/>
          </a:p>
        </p:txBody>
      </p:sp>
      <p:pic>
        <p:nvPicPr>
          <p:cNvPr id="961" name="Google Shape;961;p133"/>
          <p:cNvPicPr preferRelativeResize="0"/>
          <p:nvPr/>
        </p:nvPicPr>
        <p:blipFill>
          <a:blip r:embed="rId3">
            <a:alphaModFix/>
          </a:blip>
          <a:stretch>
            <a:fillRect/>
          </a:stretch>
        </p:blipFill>
        <p:spPr>
          <a:xfrm>
            <a:off x="251650" y="1781600"/>
            <a:ext cx="4207399" cy="3139475"/>
          </a:xfrm>
          <a:prstGeom prst="rect">
            <a:avLst/>
          </a:prstGeom>
          <a:noFill/>
          <a:ln>
            <a:noFill/>
          </a:ln>
        </p:spPr>
      </p:pic>
      <p:pic>
        <p:nvPicPr>
          <p:cNvPr id="962" name="Google Shape;962;p133"/>
          <p:cNvPicPr preferRelativeResize="0"/>
          <p:nvPr/>
        </p:nvPicPr>
        <p:blipFill>
          <a:blip r:embed="rId4">
            <a:alphaModFix/>
          </a:blip>
          <a:stretch>
            <a:fillRect/>
          </a:stretch>
        </p:blipFill>
        <p:spPr>
          <a:xfrm>
            <a:off x="4670425" y="1781600"/>
            <a:ext cx="4253551" cy="3139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34"/>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400"/>
              <a:t>Model Building and Interpretation</a:t>
            </a:r>
            <a:endParaRPr sz="3400"/>
          </a:p>
        </p:txBody>
      </p:sp>
      <p:sp>
        <p:nvSpPr>
          <p:cNvPr id="968" name="Google Shape;968;p134"/>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BiLSTM (Standard)</a:t>
            </a:r>
            <a:endParaRPr/>
          </a:p>
        </p:txBody>
      </p:sp>
      <p:sp>
        <p:nvSpPr>
          <p:cNvPr id="969" name="Google Shape;969;p134"/>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503672" lvl="0" marL="457200" rtl="0" algn="l">
              <a:spcBef>
                <a:spcPts val="0"/>
              </a:spcBef>
              <a:spcAft>
                <a:spcPts val="0"/>
              </a:spcAft>
              <a:buSzPts val="4332"/>
              <a:buFont typeface="Merriweather"/>
              <a:buChar char="●"/>
            </a:pPr>
            <a:r>
              <a:t/>
            </a:r>
            <a:endParaRPr sz="4331">
              <a:latin typeface="Merriweather"/>
              <a:ea typeface="Merriweather"/>
              <a:cs typeface="Merriweather"/>
              <a:sym typeface="Merriweather"/>
            </a:endParaRPr>
          </a:p>
          <a:p>
            <a:pPr indent="0" lvl="0" marL="0" rtl="0" algn="l">
              <a:spcBef>
                <a:spcPts val="1200"/>
              </a:spcBef>
              <a:spcAft>
                <a:spcPts val="1200"/>
              </a:spcAft>
              <a:buClr>
                <a:schemeClr val="accent4"/>
              </a:buClr>
              <a:buSzPts val="1100"/>
              <a:buNone/>
            </a:pPr>
            <a:r>
              <a:t/>
            </a:r>
            <a:endParaRPr/>
          </a:p>
        </p:txBody>
      </p:sp>
      <p:pic>
        <p:nvPicPr>
          <p:cNvPr id="970" name="Google Shape;970;p134"/>
          <p:cNvPicPr preferRelativeResize="0"/>
          <p:nvPr/>
        </p:nvPicPr>
        <p:blipFill>
          <a:blip r:embed="rId3">
            <a:alphaModFix/>
          </a:blip>
          <a:stretch>
            <a:fillRect/>
          </a:stretch>
        </p:blipFill>
        <p:spPr>
          <a:xfrm>
            <a:off x="221450" y="1705025"/>
            <a:ext cx="4246423" cy="3214974"/>
          </a:xfrm>
          <a:prstGeom prst="rect">
            <a:avLst/>
          </a:prstGeom>
          <a:noFill/>
          <a:ln>
            <a:noFill/>
          </a:ln>
        </p:spPr>
      </p:pic>
      <p:pic>
        <p:nvPicPr>
          <p:cNvPr id="971" name="Google Shape;971;p134"/>
          <p:cNvPicPr preferRelativeResize="0"/>
          <p:nvPr/>
        </p:nvPicPr>
        <p:blipFill>
          <a:blip r:embed="rId4">
            <a:alphaModFix/>
          </a:blip>
          <a:stretch>
            <a:fillRect/>
          </a:stretch>
        </p:blipFill>
        <p:spPr>
          <a:xfrm>
            <a:off x="4700800" y="1687550"/>
            <a:ext cx="4156901" cy="3214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135"/>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400"/>
              <a:t>Model Building and Interpretation</a:t>
            </a:r>
            <a:endParaRPr sz="3400"/>
          </a:p>
        </p:txBody>
      </p:sp>
      <p:sp>
        <p:nvSpPr>
          <p:cNvPr id="977" name="Google Shape;977;p135"/>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BiLSTM (Tuned)</a:t>
            </a:r>
            <a:endParaRPr/>
          </a:p>
        </p:txBody>
      </p:sp>
      <p:sp>
        <p:nvSpPr>
          <p:cNvPr id="978" name="Google Shape;978;p135"/>
          <p:cNvSpPr/>
          <p:nvPr>
            <p:ph idx="2" type="pic"/>
          </p:nvPr>
        </p:nvSpPr>
        <p:spPr>
          <a:xfrm>
            <a:off x="4685900" y="1762300"/>
            <a:ext cx="4229400" cy="3152400"/>
          </a:xfrm>
          <a:prstGeom prst="rect">
            <a:avLst/>
          </a:prstGeom>
        </p:spPr>
      </p:sp>
      <p:sp>
        <p:nvSpPr>
          <p:cNvPr id="979" name="Google Shape;979;p135"/>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550">
              <a:latin typeface="Merriweather"/>
              <a:ea typeface="Merriweather"/>
              <a:cs typeface="Merriweather"/>
              <a:sym typeface="Merriweather"/>
            </a:endParaRPr>
          </a:p>
        </p:txBody>
      </p:sp>
      <p:pic>
        <p:nvPicPr>
          <p:cNvPr id="980" name="Google Shape;980;p135"/>
          <p:cNvPicPr preferRelativeResize="0"/>
          <p:nvPr/>
        </p:nvPicPr>
        <p:blipFill>
          <a:blip r:embed="rId3">
            <a:alphaModFix/>
          </a:blip>
          <a:stretch>
            <a:fillRect/>
          </a:stretch>
        </p:blipFill>
        <p:spPr>
          <a:xfrm>
            <a:off x="219575" y="1762300"/>
            <a:ext cx="4229401" cy="3152400"/>
          </a:xfrm>
          <a:prstGeom prst="rect">
            <a:avLst/>
          </a:prstGeom>
          <a:noFill/>
          <a:ln>
            <a:noFill/>
          </a:ln>
        </p:spPr>
      </p:pic>
      <p:pic>
        <p:nvPicPr>
          <p:cNvPr id="981" name="Google Shape;981;p135"/>
          <p:cNvPicPr preferRelativeResize="0"/>
          <p:nvPr/>
        </p:nvPicPr>
        <p:blipFill>
          <a:blip r:embed="rId4">
            <a:alphaModFix/>
          </a:blip>
          <a:stretch>
            <a:fillRect/>
          </a:stretch>
        </p:blipFill>
        <p:spPr>
          <a:xfrm>
            <a:off x="4685900" y="1762300"/>
            <a:ext cx="4229401" cy="31523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136"/>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400"/>
              <a:t>Model Building and Interpretation</a:t>
            </a:r>
            <a:endParaRPr sz="3400"/>
          </a:p>
        </p:txBody>
      </p:sp>
      <p:sp>
        <p:nvSpPr>
          <p:cNvPr id="987" name="Google Shape;987;p136"/>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1D CNN (Standard)</a:t>
            </a:r>
            <a:endParaRPr/>
          </a:p>
        </p:txBody>
      </p:sp>
      <p:sp>
        <p:nvSpPr>
          <p:cNvPr id="988" name="Google Shape;988;p136"/>
          <p:cNvSpPr/>
          <p:nvPr>
            <p:ph idx="2" type="pic"/>
          </p:nvPr>
        </p:nvSpPr>
        <p:spPr>
          <a:xfrm>
            <a:off x="4685900" y="1762300"/>
            <a:ext cx="4229400" cy="3152400"/>
          </a:xfrm>
          <a:prstGeom prst="rect">
            <a:avLst/>
          </a:prstGeom>
        </p:spPr>
      </p:sp>
      <p:sp>
        <p:nvSpPr>
          <p:cNvPr id="989" name="Google Shape;989;p136"/>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90" name="Google Shape;990;p136"/>
          <p:cNvPicPr preferRelativeResize="0"/>
          <p:nvPr/>
        </p:nvPicPr>
        <p:blipFill>
          <a:blip r:embed="rId3">
            <a:alphaModFix/>
          </a:blip>
          <a:stretch>
            <a:fillRect/>
          </a:stretch>
        </p:blipFill>
        <p:spPr>
          <a:xfrm>
            <a:off x="202625" y="1762300"/>
            <a:ext cx="4229401" cy="3152401"/>
          </a:xfrm>
          <a:prstGeom prst="rect">
            <a:avLst/>
          </a:prstGeom>
          <a:noFill/>
          <a:ln>
            <a:noFill/>
          </a:ln>
        </p:spPr>
      </p:pic>
      <p:pic>
        <p:nvPicPr>
          <p:cNvPr id="991" name="Google Shape;991;p136"/>
          <p:cNvPicPr preferRelativeResize="0"/>
          <p:nvPr/>
        </p:nvPicPr>
        <p:blipFill>
          <a:blip r:embed="rId4">
            <a:alphaModFix/>
          </a:blip>
          <a:stretch>
            <a:fillRect/>
          </a:stretch>
        </p:blipFill>
        <p:spPr>
          <a:xfrm>
            <a:off x="4685900" y="1762300"/>
            <a:ext cx="4229401" cy="31523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37"/>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400"/>
              <a:t>Model Building and Interpretation</a:t>
            </a:r>
            <a:endParaRPr sz="3400"/>
          </a:p>
        </p:txBody>
      </p:sp>
      <p:sp>
        <p:nvSpPr>
          <p:cNvPr id="997" name="Google Shape;997;p137"/>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1D CNN (Tuned)</a:t>
            </a:r>
            <a:endParaRPr/>
          </a:p>
        </p:txBody>
      </p:sp>
      <p:sp>
        <p:nvSpPr>
          <p:cNvPr id="998" name="Google Shape;998;p137"/>
          <p:cNvSpPr/>
          <p:nvPr>
            <p:ph idx="2" type="pic"/>
          </p:nvPr>
        </p:nvSpPr>
        <p:spPr>
          <a:xfrm>
            <a:off x="4685900" y="1762300"/>
            <a:ext cx="4229400" cy="3152400"/>
          </a:xfrm>
          <a:prstGeom prst="rect">
            <a:avLst/>
          </a:prstGeom>
        </p:spPr>
      </p:sp>
      <p:sp>
        <p:nvSpPr>
          <p:cNvPr id="999" name="Google Shape;999;p137"/>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0" name="Google Shape;1000;p137"/>
          <p:cNvPicPr preferRelativeResize="0"/>
          <p:nvPr/>
        </p:nvPicPr>
        <p:blipFill>
          <a:blip r:embed="rId3">
            <a:alphaModFix/>
          </a:blip>
          <a:stretch>
            <a:fillRect/>
          </a:stretch>
        </p:blipFill>
        <p:spPr>
          <a:xfrm>
            <a:off x="231500" y="1762300"/>
            <a:ext cx="4229401" cy="3152400"/>
          </a:xfrm>
          <a:prstGeom prst="rect">
            <a:avLst/>
          </a:prstGeom>
          <a:noFill/>
          <a:ln>
            <a:noFill/>
          </a:ln>
        </p:spPr>
      </p:pic>
      <p:pic>
        <p:nvPicPr>
          <p:cNvPr id="1001" name="Google Shape;1001;p137"/>
          <p:cNvPicPr preferRelativeResize="0"/>
          <p:nvPr/>
        </p:nvPicPr>
        <p:blipFill>
          <a:blip r:embed="rId4">
            <a:alphaModFix/>
          </a:blip>
          <a:stretch>
            <a:fillRect/>
          </a:stretch>
        </p:blipFill>
        <p:spPr>
          <a:xfrm>
            <a:off x="4685900" y="1762300"/>
            <a:ext cx="4333125" cy="31523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138"/>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300"/>
              <a:t>Model Building and Interpretation</a:t>
            </a:r>
            <a:endParaRPr sz="3300"/>
          </a:p>
        </p:txBody>
      </p:sp>
      <p:sp>
        <p:nvSpPr>
          <p:cNvPr id="1007" name="Google Shape;1007;p138"/>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GRU (Standard) </a:t>
            </a:r>
            <a:endParaRPr/>
          </a:p>
        </p:txBody>
      </p:sp>
      <p:sp>
        <p:nvSpPr>
          <p:cNvPr id="1008" name="Google Shape;1008;p138"/>
          <p:cNvSpPr/>
          <p:nvPr>
            <p:ph idx="2" type="pic"/>
          </p:nvPr>
        </p:nvSpPr>
        <p:spPr>
          <a:xfrm>
            <a:off x="4685900" y="1762300"/>
            <a:ext cx="4229400" cy="3152400"/>
          </a:xfrm>
          <a:prstGeom prst="rect">
            <a:avLst/>
          </a:prstGeom>
        </p:spPr>
      </p:sp>
      <p:sp>
        <p:nvSpPr>
          <p:cNvPr id="1009" name="Google Shape;1009;p138"/>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10" name="Google Shape;1010;p138"/>
          <p:cNvPicPr preferRelativeResize="0"/>
          <p:nvPr/>
        </p:nvPicPr>
        <p:blipFill>
          <a:blip r:embed="rId3">
            <a:alphaModFix/>
          </a:blip>
          <a:stretch>
            <a:fillRect/>
          </a:stretch>
        </p:blipFill>
        <p:spPr>
          <a:xfrm>
            <a:off x="221450" y="1762300"/>
            <a:ext cx="4229399" cy="3200026"/>
          </a:xfrm>
          <a:prstGeom prst="rect">
            <a:avLst/>
          </a:prstGeom>
          <a:noFill/>
          <a:ln>
            <a:noFill/>
          </a:ln>
        </p:spPr>
      </p:pic>
      <p:pic>
        <p:nvPicPr>
          <p:cNvPr id="1011" name="Google Shape;1011;p138"/>
          <p:cNvPicPr preferRelativeResize="0"/>
          <p:nvPr/>
        </p:nvPicPr>
        <p:blipFill>
          <a:blip r:embed="rId4">
            <a:alphaModFix/>
          </a:blip>
          <a:stretch>
            <a:fillRect/>
          </a:stretch>
        </p:blipFill>
        <p:spPr>
          <a:xfrm>
            <a:off x="4685900" y="1712550"/>
            <a:ext cx="4229401" cy="32497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139"/>
          <p:cNvSpPr txBox="1"/>
          <p:nvPr>
            <p:ph type="title"/>
          </p:nvPr>
        </p:nvSpPr>
        <p:spPr>
          <a:xfrm>
            <a:off x="635500" y="228600"/>
            <a:ext cx="7836900" cy="86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400"/>
              <a:t>Model Building and Interpretation</a:t>
            </a:r>
            <a:endParaRPr sz="3400"/>
          </a:p>
        </p:txBody>
      </p:sp>
      <p:sp>
        <p:nvSpPr>
          <p:cNvPr id="1017" name="Google Shape;1017;p139"/>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GRU (Tuned)</a:t>
            </a:r>
            <a:endParaRPr/>
          </a:p>
        </p:txBody>
      </p:sp>
      <p:sp>
        <p:nvSpPr>
          <p:cNvPr id="1018" name="Google Shape;1018;p139"/>
          <p:cNvSpPr/>
          <p:nvPr>
            <p:ph idx="2" type="pic"/>
          </p:nvPr>
        </p:nvSpPr>
        <p:spPr>
          <a:xfrm>
            <a:off x="4685900" y="1762300"/>
            <a:ext cx="4229400" cy="3152400"/>
          </a:xfrm>
          <a:prstGeom prst="rect">
            <a:avLst/>
          </a:prstGeom>
        </p:spPr>
      </p:sp>
      <p:sp>
        <p:nvSpPr>
          <p:cNvPr id="1019" name="Google Shape;1019;p139"/>
          <p:cNvSpPr txBox="1"/>
          <p:nvPr>
            <p:ph idx="3" type="body"/>
          </p:nvPr>
        </p:nvSpPr>
        <p:spPr>
          <a:xfrm>
            <a:off x="456400" y="1983350"/>
            <a:ext cx="37803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{'model_name': 'GRU_tuned', 'best_epoch': 2, 'best_val_loss': 0.6910777688026428, 'best_val_accuracy': 0.5153999924659729, 'units': 32, 'dropout': 0.2, 'dense_units': 64, 'learning_rate': 0.001}</a:t>
            </a:r>
            <a:endParaRPr/>
          </a:p>
        </p:txBody>
      </p:sp>
      <p:pic>
        <p:nvPicPr>
          <p:cNvPr id="1020" name="Google Shape;1020;p139"/>
          <p:cNvPicPr preferRelativeResize="0"/>
          <p:nvPr/>
        </p:nvPicPr>
        <p:blipFill>
          <a:blip r:embed="rId3">
            <a:alphaModFix/>
          </a:blip>
          <a:stretch>
            <a:fillRect/>
          </a:stretch>
        </p:blipFill>
        <p:spPr>
          <a:xfrm>
            <a:off x="4572000" y="1762300"/>
            <a:ext cx="4343299" cy="3152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40"/>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Model Summary</a:t>
            </a:r>
            <a:endParaRPr/>
          </a:p>
        </p:txBody>
      </p:sp>
      <p:sp>
        <p:nvSpPr>
          <p:cNvPr id="1026" name="Google Shape;1026;p140"/>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Analysis</a:t>
            </a:r>
            <a:endParaRPr/>
          </a:p>
        </p:txBody>
      </p:sp>
      <p:sp>
        <p:nvSpPr>
          <p:cNvPr id="1027" name="Google Shape;1027;p140"/>
          <p:cNvSpPr txBox="1"/>
          <p:nvPr>
            <p:ph idx="3" type="body"/>
          </p:nvPr>
        </p:nvSpPr>
        <p:spPr>
          <a:xfrm>
            <a:off x="456400" y="1983350"/>
            <a:ext cx="3780300" cy="2713200"/>
          </a:xfrm>
          <a:prstGeom prst="rect">
            <a:avLst/>
          </a:prstGeom>
        </p:spPr>
        <p:txBody>
          <a:bodyPr anchorCtr="0" anchor="ctr" bIns="91425" lIns="91425" spcFirstLastPara="1" rIns="91425" wrap="square" tIns="91425">
            <a:normAutofit/>
          </a:bodyPr>
          <a:lstStyle/>
          <a:p>
            <a:pPr indent="0" lvl="0" marL="457200" rtl="0" algn="l">
              <a:spcBef>
                <a:spcPts val="0"/>
              </a:spcBef>
              <a:spcAft>
                <a:spcPts val="1200"/>
              </a:spcAft>
              <a:buNone/>
            </a:pPr>
            <a:r>
              <a:t/>
            </a:r>
            <a:endParaRPr>
              <a:latin typeface="Merriweather"/>
              <a:ea typeface="Merriweather"/>
              <a:cs typeface="Merriweather"/>
              <a:sym typeface="Merriweather"/>
            </a:endParaRPr>
          </a:p>
        </p:txBody>
      </p:sp>
      <p:pic>
        <p:nvPicPr>
          <p:cNvPr id="1028" name="Google Shape;1028;p140"/>
          <p:cNvPicPr preferRelativeResize="0"/>
          <p:nvPr/>
        </p:nvPicPr>
        <p:blipFill>
          <a:blip r:embed="rId3">
            <a:alphaModFix/>
          </a:blip>
          <a:stretch>
            <a:fillRect/>
          </a:stretch>
        </p:blipFill>
        <p:spPr>
          <a:xfrm>
            <a:off x="221450" y="1761475"/>
            <a:ext cx="8666426" cy="31505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41"/>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Conclusion</a:t>
            </a:r>
            <a:endParaRPr/>
          </a:p>
        </p:txBody>
      </p:sp>
      <p:sp>
        <p:nvSpPr>
          <p:cNvPr id="1034" name="Google Shape;1034;p141"/>
          <p:cNvSpPr txBox="1"/>
          <p:nvPr>
            <p:ph idx="1" type="subTitle"/>
          </p:nvPr>
        </p:nvSpPr>
        <p:spPr>
          <a:xfrm>
            <a:off x="635500" y="1092900"/>
            <a:ext cx="7836900" cy="44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Best Model - CNN Standard</a:t>
            </a:r>
            <a:endParaRPr/>
          </a:p>
        </p:txBody>
      </p:sp>
      <p:sp>
        <p:nvSpPr>
          <p:cNvPr id="1035" name="Google Shape;1035;p141"/>
          <p:cNvSpPr/>
          <p:nvPr>
            <p:ph idx="2" type="pic"/>
          </p:nvPr>
        </p:nvSpPr>
        <p:spPr>
          <a:xfrm>
            <a:off x="4685900" y="1762300"/>
            <a:ext cx="4229400" cy="3152400"/>
          </a:xfrm>
          <a:prstGeom prst="rect">
            <a:avLst/>
          </a:prstGeom>
        </p:spPr>
      </p:sp>
      <p:sp>
        <p:nvSpPr>
          <p:cNvPr id="1036" name="Google Shape;1036;p141"/>
          <p:cNvSpPr txBox="1"/>
          <p:nvPr>
            <p:ph idx="3" type="body"/>
          </p:nvPr>
        </p:nvSpPr>
        <p:spPr>
          <a:xfrm>
            <a:off x="456400" y="1983350"/>
            <a:ext cx="3780300" cy="2713200"/>
          </a:xfrm>
          <a:prstGeom prst="rect">
            <a:avLst/>
          </a:prstGeom>
        </p:spPr>
        <p:txBody>
          <a:bodyPr anchorCtr="0" anchor="ctr" bIns="91425" lIns="91425" spcFirstLastPara="1" rIns="91425" wrap="square" tIns="91425">
            <a:normAutofit/>
          </a:bodyPr>
          <a:lstStyle/>
          <a:p>
            <a:pPr indent="0" lvl="0" marL="457200" rtl="0" algn="l">
              <a:spcBef>
                <a:spcPts val="0"/>
              </a:spcBef>
              <a:spcAft>
                <a:spcPts val="1200"/>
              </a:spcAft>
              <a:buNone/>
            </a:pPr>
            <a:r>
              <a:t/>
            </a:r>
            <a:endParaRPr/>
          </a:p>
        </p:txBody>
      </p:sp>
      <p:pic>
        <p:nvPicPr>
          <p:cNvPr id="1037" name="Google Shape;1037;p141"/>
          <p:cNvPicPr preferRelativeResize="0"/>
          <p:nvPr/>
        </p:nvPicPr>
        <p:blipFill>
          <a:blip r:embed="rId3">
            <a:alphaModFix/>
          </a:blip>
          <a:stretch>
            <a:fillRect/>
          </a:stretch>
        </p:blipFill>
        <p:spPr>
          <a:xfrm>
            <a:off x="239700" y="1762300"/>
            <a:ext cx="4229402" cy="3152401"/>
          </a:xfrm>
          <a:prstGeom prst="rect">
            <a:avLst/>
          </a:prstGeom>
          <a:noFill/>
          <a:ln>
            <a:noFill/>
          </a:ln>
        </p:spPr>
      </p:pic>
      <p:pic>
        <p:nvPicPr>
          <p:cNvPr id="1038" name="Google Shape;1038;p141"/>
          <p:cNvPicPr preferRelativeResize="0"/>
          <p:nvPr/>
        </p:nvPicPr>
        <p:blipFill>
          <a:blip r:embed="rId4">
            <a:alphaModFix/>
          </a:blip>
          <a:stretch>
            <a:fillRect/>
          </a:stretch>
        </p:blipFill>
        <p:spPr>
          <a:xfrm>
            <a:off x="4685900" y="1762300"/>
            <a:ext cx="4229400" cy="3152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142"/>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Clr>
                <a:schemeClr val="accent6"/>
              </a:buClr>
              <a:buSzPts val="1100"/>
              <a:buFont typeface="Arial"/>
              <a:buNone/>
            </a:pPr>
            <a:r>
              <a:rPr lang="en"/>
              <a:t>Things to Improve </a:t>
            </a:r>
            <a:endParaRPr/>
          </a:p>
        </p:txBody>
      </p:sp>
      <p:sp>
        <p:nvSpPr>
          <p:cNvPr id="1044" name="Google Shape;1044;p142"/>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p>
            <a:pPr indent="-314422" lvl="0" marL="457200" rtl="0" algn="l">
              <a:lnSpc>
                <a:spcPct val="95000"/>
              </a:lnSpc>
              <a:spcBef>
                <a:spcPts val="0"/>
              </a:spcBef>
              <a:spcAft>
                <a:spcPts val="0"/>
              </a:spcAft>
              <a:buSzPts val="1352"/>
              <a:buFont typeface="Merriweather"/>
              <a:buChar char="●"/>
            </a:pPr>
            <a:r>
              <a:rPr lang="en" sz="1351">
                <a:latin typeface="Merriweather"/>
                <a:ea typeface="Merriweather"/>
                <a:cs typeface="Merriweather"/>
                <a:sym typeface="Merriweather"/>
              </a:rPr>
              <a:t>Explore advanced text preprocessing techniques such as lemmatization or stemming instead of relying solely on lowercasing and punctuation removal.</a:t>
            </a:r>
            <a:endParaRPr sz="1351">
              <a:latin typeface="Merriweather"/>
              <a:ea typeface="Merriweather"/>
              <a:cs typeface="Merriweather"/>
              <a:sym typeface="Merriweather"/>
            </a:endParaRPr>
          </a:p>
          <a:p>
            <a:pPr indent="-314422" lvl="0" marL="457200" rtl="0" algn="l">
              <a:lnSpc>
                <a:spcPct val="95000"/>
              </a:lnSpc>
              <a:spcBef>
                <a:spcPts val="0"/>
              </a:spcBef>
              <a:spcAft>
                <a:spcPts val="0"/>
              </a:spcAft>
              <a:buSzPts val="1352"/>
              <a:buFont typeface="Merriweather"/>
              <a:buChar char="●"/>
            </a:pPr>
            <a:r>
              <a:rPr lang="en" sz="1351">
                <a:latin typeface="Merriweather"/>
                <a:ea typeface="Merriweather"/>
                <a:cs typeface="Merriweather"/>
                <a:sym typeface="Merriweather"/>
              </a:rPr>
              <a:t>Retain sentiment‑bearing punctuation like “!” and “?” since they can strengthen emotional cues in the text.</a:t>
            </a:r>
            <a:endParaRPr sz="1351">
              <a:latin typeface="Merriweather"/>
              <a:ea typeface="Merriweather"/>
              <a:cs typeface="Merriweather"/>
              <a:sym typeface="Merriweather"/>
            </a:endParaRPr>
          </a:p>
          <a:p>
            <a:pPr indent="-314422" lvl="0" marL="457200" rtl="0" algn="l">
              <a:lnSpc>
                <a:spcPct val="95000"/>
              </a:lnSpc>
              <a:spcBef>
                <a:spcPts val="0"/>
              </a:spcBef>
              <a:spcAft>
                <a:spcPts val="0"/>
              </a:spcAft>
              <a:buSzPts val="1352"/>
              <a:buFont typeface="Merriweather"/>
              <a:buChar char="●"/>
            </a:pPr>
            <a:r>
              <a:rPr lang="en" sz="1351">
                <a:latin typeface="Merriweather"/>
                <a:ea typeface="Merriweather"/>
                <a:cs typeface="Merriweather"/>
                <a:sym typeface="Merriweather"/>
              </a:rPr>
              <a:t>Experiment with additional high‑performing architectures, including Transformer‑based models such as BERT and other encoder‑only models.</a:t>
            </a:r>
            <a:endParaRPr sz="1351">
              <a:latin typeface="Merriweather"/>
              <a:ea typeface="Merriweather"/>
              <a:cs typeface="Merriweather"/>
              <a:sym typeface="Merriweather"/>
            </a:endParaRPr>
          </a:p>
          <a:p>
            <a:pPr indent="-314422" lvl="0" marL="457200" rtl="0" algn="l">
              <a:lnSpc>
                <a:spcPct val="95000"/>
              </a:lnSpc>
              <a:spcBef>
                <a:spcPts val="0"/>
              </a:spcBef>
              <a:spcAft>
                <a:spcPts val="0"/>
              </a:spcAft>
              <a:buSzPts val="1352"/>
              <a:buFont typeface="Merriweather"/>
              <a:buChar char="●"/>
            </a:pPr>
            <a:r>
              <a:rPr lang="en" sz="1351">
                <a:latin typeface="Merriweather"/>
                <a:ea typeface="Merriweather"/>
                <a:cs typeface="Merriweather"/>
                <a:sym typeface="Merriweather"/>
              </a:rPr>
              <a:t>Increase the number of training trials and epochs to allow models more opportunity to converge and improve performance.</a:t>
            </a:r>
            <a:endParaRPr sz="1351">
              <a:latin typeface="Merriweather"/>
              <a:ea typeface="Merriweather"/>
              <a:cs typeface="Merriweather"/>
              <a:sym typeface="Merriweather"/>
            </a:endParaRPr>
          </a:p>
          <a:p>
            <a:pPr indent="-314422" lvl="0" marL="457200" rtl="0" algn="l">
              <a:lnSpc>
                <a:spcPct val="95000"/>
              </a:lnSpc>
              <a:spcBef>
                <a:spcPts val="0"/>
              </a:spcBef>
              <a:spcAft>
                <a:spcPts val="0"/>
              </a:spcAft>
              <a:buSzPts val="1352"/>
              <a:buFont typeface="Merriweather"/>
              <a:buChar char="●"/>
            </a:pPr>
            <a:r>
              <a:rPr lang="en" sz="1351">
                <a:latin typeface="Merriweather"/>
                <a:ea typeface="Merriweather"/>
                <a:cs typeface="Merriweather"/>
                <a:sym typeface="Merriweather"/>
              </a:rPr>
              <a:t>Tune hyperparameters more extensively, including dropout rates, number of filters, and learning rates, to reduce overfitting and enhance generalization.</a:t>
            </a:r>
            <a:endParaRPr sz="1351">
              <a:latin typeface="Merriweather"/>
              <a:ea typeface="Merriweather"/>
              <a:cs typeface="Merriweather"/>
              <a:sym typeface="Merriweath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43"/>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References</a:t>
            </a:r>
            <a:endParaRPr/>
          </a:p>
        </p:txBody>
      </p:sp>
      <p:sp>
        <p:nvSpPr>
          <p:cNvPr id="1050" name="Google Shape;1050;p143"/>
          <p:cNvSpPr txBox="1"/>
          <p:nvPr>
            <p:ph idx="2" type="body"/>
          </p:nvPr>
        </p:nvSpPr>
        <p:spPr>
          <a:xfrm>
            <a:off x="456400" y="1983350"/>
            <a:ext cx="8113800" cy="2713200"/>
          </a:xfrm>
          <a:prstGeom prst="rect">
            <a:avLst/>
          </a:prstGeom>
        </p:spPr>
        <p:txBody>
          <a:bodyPr anchorCtr="0" anchor="t" bIns="91425" lIns="91425" spcFirstLastPara="1" rIns="91425" wrap="square" tIns="91425">
            <a:normAutofit fontScale="70000" lnSpcReduction="20000"/>
          </a:bodyPr>
          <a:lstStyle/>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https://www.geeksforgeeks.org/nlp/n-gram-in-nlp/</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https://www.geeksforgeeks.org/deep-learning/keras-tuner-for-hyperparameter-optimization/</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https://www.numberanalytics.com/blog/gru-text-classification</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https://www.tensorflow.org/api_docs/python/tf/keras/layers/GRU</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https://keras.io/api/layers/convolution_layers/convolution1d/</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TensorFlow Hub. (n.d.). BERT uncased English preprocessing model. https://tfhub.dev/tensorflow/bert_en_uncased_preprocess/3</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TensorFlow Hub. (n.d.). Small BERT: Uncased L-4 H-512 A-8. https://tfhub.dev/tensorflow/small_bert/bert_en_uncased_L-4_H-512_A-8/1</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Devlin, J., Chang, M.‑W., Lee, K., &amp; Toutanova, K. (2019). BERT: Pre‑training of deep bidirectional transformers for language understanding. Proceedings of NAACL‑HLT. https://arxiv.org/abs/1810.04805</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Tensorflow: Abadi, M., et al. (2016). TensorFlow: Large‑scale machine learning on heterogeneous systems. https://www.tensorflow.org/</a:t>
            </a:r>
            <a:endParaRPr sz="1450">
              <a:latin typeface="Merriweather"/>
              <a:ea typeface="Merriweather"/>
              <a:cs typeface="Merriweather"/>
              <a:sym typeface="Merriweather"/>
            </a:endParaRPr>
          </a:p>
          <a:p>
            <a:pPr indent="-293052" lvl="0" marL="457200" rtl="0" algn="l">
              <a:spcBef>
                <a:spcPts val="0"/>
              </a:spcBef>
              <a:spcAft>
                <a:spcPts val="0"/>
              </a:spcAft>
              <a:buSzPct val="100000"/>
              <a:buFont typeface="Merriweather"/>
              <a:buChar char="●"/>
            </a:pPr>
            <a:r>
              <a:rPr lang="en" sz="1450">
                <a:latin typeface="Merriweather"/>
                <a:ea typeface="Merriweather"/>
                <a:cs typeface="Merriweather"/>
                <a:sym typeface="Merriweather"/>
              </a:rPr>
              <a:t>TensorFlow Text. (n.d.). https://www.tensorflow.org/text</a:t>
            </a:r>
            <a:endParaRPr sz="1450">
              <a:latin typeface="Merriweather"/>
              <a:ea typeface="Merriweather"/>
              <a:cs typeface="Merriweather"/>
              <a:sym typeface="Merriweathe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44"/>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Challenges</a:t>
            </a:r>
            <a:endParaRPr/>
          </a:p>
        </p:txBody>
      </p:sp>
      <p:sp>
        <p:nvSpPr>
          <p:cNvPr id="1056" name="Google Shape;1056;p144"/>
          <p:cNvSpPr txBox="1"/>
          <p:nvPr>
            <p:ph idx="2" type="body"/>
          </p:nvPr>
        </p:nvSpPr>
        <p:spPr>
          <a:xfrm>
            <a:off x="456400" y="1983350"/>
            <a:ext cx="8113800" cy="271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One of the major Challenges I faced in this project was the lack of consistent access to TPU or GPU resources.As a result, the model had to run primarily on CPU, which significantly increased the execution time and slowed down the overall process.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45"/>
          <p:cNvSpPr txBox="1"/>
          <p:nvPr>
            <p:ph type="title"/>
          </p:nvPr>
        </p:nvSpPr>
        <p:spPr>
          <a:xfrm>
            <a:off x="635500" y="228600"/>
            <a:ext cx="7836900" cy="865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Links</a:t>
            </a:r>
            <a:endParaRPr/>
          </a:p>
        </p:txBody>
      </p:sp>
      <p:sp>
        <p:nvSpPr>
          <p:cNvPr id="1062" name="Google Shape;1062;p145"/>
          <p:cNvSpPr txBox="1"/>
          <p:nvPr>
            <p:ph idx="2" type="body"/>
          </p:nvPr>
        </p:nvSpPr>
        <p:spPr>
          <a:xfrm>
            <a:off x="456400" y="1983350"/>
            <a:ext cx="8113800" cy="27132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Clr>
                <a:schemeClr val="accent6"/>
              </a:buClr>
              <a:buSzPts val="275"/>
              <a:buFont typeface="Arial"/>
              <a:buNone/>
            </a:pPr>
            <a:r>
              <a:rPr lang="en" sz="5168">
                <a:latin typeface="Merriweather"/>
                <a:ea typeface="Merriweather"/>
                <a:cs typeface="Merriweather"/>
                <a:sym typeface="Merriweather"/>
              </a:rPr>
              <a:t>The deliverables for Unsupervised Learning project can be found below:</a:t>
            </a:r>
            <a:endParaRPr sz="5168">
              <a:latin typeface="Merriweather"/>
              <a:ea typeface="Merriweather"/>
              <a:cs typeface="Merriweather"/>
              <a:sym typeface="Merriweather"/>
            </a:endParaRPr>
          </a:p>
          <a:p>
            <a:pPr indent="0" lvl="0" marL="0" rtl="0" algn="l">
              <a:spcBef>
                <a:spcPts val="1200"/>
              </a:spcBef>
              <a:spcAft>
                <a:spcPts val="0"/>
              </a:spcAft>
              <a:buClr>
                <a:schemeClr val="accent6"/>
              </a:buClr>
              <a:buSzPts val="275"/>
              <a:buFont typeface="Arial"/>
              <a:buNone/>
            </a:pPr>
            <a:r>
              <a:rPr b="1" lang="en" sz="5168" u="sng">
                <a:latin typeface="Merriweather"/>
                <a:ea typeface="Merriweather"/>
                <a:cs typeface="Merriweather"/>
                <a:sym typeface="Merriweather"/>
              </a:rPr>
              <a:t>Video Link :</a:t>
            </a:r>
            <a:endParaRPr b="1" sz="5168" u="sng">
              <a:latin typeface="Merriweather"/>
              <a:ea typeface="Merriweather"/>
              <a:cs typeface="Merriweather"/>
              <a:sym typeface="Merriweather"/>
            </a:endParaRPr>
          </a:p>
          <a:p>
            <a:pPr indent="0" lvl="0" marL="0" rtl="0" algn="l">
              <a:spcBef>
                <a:spcPts val="1200"/>
              </a:spcBef>
              <a:spcAft>
                <a:spcPts val="0"/>
              </a:spcAft>
              <a:buClr>
                <a:schemeClr val="accent6"/>
              </a:buClr>
              <a:buSzPts val="275"/>
              <a:buFont typeface="Arial"/>
              <a:buNone/>
            </a:pPr>
            <a:r>
              <a:rPr lang="en" sz="5168" u="sng">
                <a:solidFill>
                  <a:schemeClr val="accent1"/>
                </a:solidFill>
                <a:latin typeface="Merriweather"/>
                <a:ea typeface="Merriweather"/>
                <a:cs typeface="Merriweather"/>
                <a:sym typeface="Merriweather"/>
                <a:hlinkClick r:id="rId3">
                  <a:extLst>
                    <a:ext uri="{A12FA001-AC4F-418D-AE19-62706E023703}">
                      <ahyp:hlinkClr val="tx"/>
                    </a:ext>
                  </a:extLst>
                </a:hlinkClick>
              </a:rPr>
              <a:t>https://youtu.be/k-8KcPKCzsY</a:t>
            </a:r>
            <a:endParaRPr sz="5168">
              <a:solidFill>
                <a:schemeClr val="accent1"/>
              </a:solidFill>
              <a:latin typeface="Merriweather"/>
              <a:ea typeface="Merriweather"/>
              <a:cs typeface="Merriweather"/>
              <a:sym typeface="Merriweather"/>
            </a:endParaRPr>
          </a:p>
          <a:p>
            <a:pPr indent="0" lvl="0" marL="0" rtl="0" algn="l">
              <a:spcBef>
                <a:spcPts val="1200"/>
              </a:spcBef>
              <a:spcAft>
                <a:spcPts val="0"/>
              </a:spcAft>
              <a:buClr>
                <a:schemeClr val="accent6"/>
              </a:buClr>
              <a:buSzPts val="275"/>
              <a:buFont typeface="Arial"/>
              <a:buNone/>
            </a:pPr>
            <a:r>
              <a:rPr b="1" lang="en" sz="5168" u="sng">
                <a:latin typeface="Merriweather"/>
                <a:ea typeface="Merriweather"/>
                <a:cs typeface="Merriweather"/>
                <a:sym typeface="Merriweather"/>
              </a:rPr>
              <a:t>GitHub Repository:</a:t>
            </a:r>
            <a:endParaRPr b="1" sz="5168" u="sng">
              <a:latin typeface="Merriweather"/>
              <a:ea typeface="Merriweather"/>
              <a:cs typeface="Merriweather"/>
              <a:sym typeface="Merriweather"/>
            </a:endParaRPr>
          </a:p>
          <a:p>
            <a:pPr indent="0" lvl="0" marL="0" rtl="0" algn="l">
              <a:spcBef>
                <a:spcPts val="1200"/>
              </a:spcBef>
              <a:spcAft>
                <a:spcPts val="0"/>
              </a:spcAft>
              <a:buClr>
                <a:schemeClr val="accent6"/>
              </a:buClr>
              <a:buSzPts val="275"/>
              <a:buFont typeface="Arial"/>
              <a:buNone/>
            </a:pPr>
            <a:r>
              <a:rPr lang="en" sz="5168" u="sng">
                <a:solidFill>
                  <a:srgbClr val="00FFFF"/>
                </a:solidFill>
                <a:latin typeface="Merriweather"/>
                <a:ea typeface="Merriweather"/>
                <a:cs typeface="Merriweather"/>
                <a:sym typeface="Merriweather"/>
                <a:hlinkClick r:id="rId4">
                  <a:extLst>
                    <a:ext uri="{A12FA001-AC4F-418D-AE19-62706E023703}">
                      <ahyp:hlinkClr val="tx"/>
                    </a:ext>
                  </a:extLst>
                </a:hlinkClick>
              </a:rPr>
              <a:t>https://github.com/kmadhu181090/MS-AI/tree/main/Pathway%20Machine%20Learning%3A%20Theory%20%26%20Hands-On%20Practice%20with%20Python%20Specialization/CSCA%205642%3A%20Introduction%20to%20Deep%20Learning</a:t>
            </a:r>
            <a:endParaRPr sz="5168">
              <a:solidFill>
                <a:srgbClr val="00FFFF"/>
              </a:solidFill>
              <a:latin typeface="Merriweather"/>
              <a:ea typeface="Merriweather"/>
              <a:cs typeface="Merriweather"/>
              <a:sym typeface="Merriweathe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46"/>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pic>
        <p:nvPicPr>
          <p:cNvPr descr="Blue and green wave pattern. " id="1068" name="Google Shape;1068;p146"/>
          <p:cNvPicPr preferRelativeResize="0"/>
          <p:nvPr>
            <p:ph idx="3" type="pic"/>
          </p:nvPr>
        </p:nvPicPr>
        <p:blipFill rotWithShape="1">
          <a:blip r:embed="rId3">
            <a:alphaModFix/>
          </a:blip>
          <a:srcRect b="797" l="0" r="0" t="797"/>
          <a:stretch/>
        </p:blipFill>
        <p:spPr>
          <a:xfrm>
            <a:off x="4437578" y="2171250"/>
            <a:ext cx="4509600" cy="2775600"/>
          </a:xfrm>
          <a:prstGeom prst="round2DiagRect">
            <a:avLst>
              <a:gd fmla="val 16667" name="adj1"/>
              <a:gd fmla="val 0" name="adj2"/>
            </a:avLst>
          </a:prstGeom>
        </p:spPr>
      </p:pic>
    </p:spTree>
  </p:cSld>
  <p:clrMapOvr>
    <a:masterClrMapping/>
  </p:clrMapOvr>
</p:sld>
</file>

<file path=ppt/theme/theme1.xml><?xml version="1.0" encoding="utf-8"?>
<a:theme xmlns:a="http://schemas.openxmlformats.org/drawingml/2006/main" xmlns:r="http://schemas.openxmlformats.org/officeDocument/2006/relationships" name="Group/Class Project #1">
  <a:themeElements>
    <a:clrScheme name="Simple Light">
      <a:dk1>
        <a:srgbClr val="000000"/>
      </a:dk1>
      <a:lt1>
        <a:srgbClr val="D2DE9C"/>
      </a:lt1>
      <a:dk2>
        <a:srgbClr val="F3DFA5"/>
      </a:dk2>
      <a:lt2>
        <a:srgbClr val="DBEFF1"/>
      </a:lt2>
      <a:accent1>
        <a:srgbClr val="FD5E48"/>
      </a:accent1>
      <a:accent2>
        <a:srgbClr val="E6C2DE"/>
      </a:accent2>
      <a:accent3>
        <a:srgbClr val="FFFFFF"/>
      </a:accent3>
      <a:accent4>
        <a:srgbClr val="FFFFFF"/>
      </a:accent4>
      <a:accent5>
        <a:srgbClr val="FFFFFF"/>
      </a:accent5>
      <a:accent6>
        <a:srgbClr val="FFFFFF"/>
      </a:accent6>
      <a:hlink>
        <a:srgbClr val="358C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yllabus / Course Overview #1">
  <a:themeElements>
    <a:clrScheme name="Simple Light">
      <a:dk1>
        <a:srgbClr val="03045E"/>
      </a:dk1>
      <a:lt1>
        <a:srgbClr val="CAF0F8"/>
      </a:lt1>
      <a:dk2>
        <a:srgbClr val="00508A"/>
      </a:dk2>
      <a:lt2>
        <a:srgbClr val="FFFFFF"/>
      </a:lt2>
      <a:accent1>
        <a:srgbClr val="86FFFF"/>
      </a:accent1>
      <a:accent2>
        <a:srgbClr val="90E0EF"/>
      </a:accent2>
      <a:accent3>
        <a:srgbClr val="0077B6"/>
      </a:accent3>
      <a:accent4>
        <a:srgbClr val="0096C7"/>
      </a:accent4>
      <a:accent5>
        <a:srgbClr val="00B4D8"/>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